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000" autoAdjust="0"/>
    <p:restoredTop sz="94660"/>
  </p:normalViewPr>
  <p:slideViewPr>
    <p:cSldViewPr snapToGrid="0">
      <p:cViewPr varScale="1">
        <p:scale>
          <a:sx n="72" d="100"/>
          <a:sy n="72" d="100"/>
        </p:scale>
        <p:origin x="576" y="7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tableStyles" Target="tableStyle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33" name=""/>
        <p:cNvGrpSpPr/>
        <p:nvPr/>
      </p:nvGrpSpPr>
      <p:grpSpPr>
        <a:xfrm>
          <a:off x="0" y="0"/>
          <a:ext cx="0" cy="0"/>
          <a:chOff x="0" y="0"/>
          <a:chExt cx="0" cy="0"/>
        </a:xfrm>
      </p:grpSpPr>
      <p:sp>
        <p:nvSpPr>
          <p:cNvPr id="1048746"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47"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48"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49"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50"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51"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23" name=""/>
        <p:cNvGrpSpPr/>
        <p:nvPr/>
      </p:nvGrpSpPr>
      <p:grpSpPr>
        <a:xfrm>
          <a:off x="0" y="0"/>
          <a:ext cx="0" cy="0"/>
          <a:chOff x="0" y="0"/>
          <a:chExt cx="0" cy="0"/>
        </a:xfrm>
      </p:grpSpPr>
      <p:sp>
        <p:nvSpPr>
          <p:cNvPr id="1048583" name="Rectangle 6"/>
          <p:cNvSpPr/>
          <p:nvPr/>
        </p:nvSpPr>
        <p:spPr>
          <a:xfrm>
            <a:off x="3175" y="6400800"/>
            <a:ext cx="12188825" cy="457200"/>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84" name="Rectangle 7"/>
          <p:cNvSpPr/>
          <p:nvPr/>
        </p:nvSpPr>
        <p:spPr>
          <a:xfrm>
            <a:off x="15" y="6334316"/>
            <a:ext cx="12188825" cy="64008"/>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85" name="Title 1"/>
          <p:cNvSpPr>
            <a:spLocks noGrp="1"/>
          </p:cNvSpPr>
          <p:nvPr>
            <p:ph type="ctrTitle"/>
          </p:nvPr>
        </p:nvSpPr>
        <p:spPr>
          <a:xfrm>
            <a:off x="1097280" y="758952"/>
            <a:ext cx="10058400" cy="3566160"/>
          </a:xfrm>
        </p:spPr>
        <p:txBody>
          <a:bodyPr anchor="b">
            <a:normAutofit/>
          </a:bodyPr>
          <a:lstStyle>
            <a:lvl1pPr algn="l">
              <a:lnSpc>
                <a:spcPct val="85000"/>
              </a:lnSpc>
              <a:defRPr baseline="0" sz="8000" spc="-50">
                <a:solidFill>
                  <a:schemeClr val="tx1">
                    <a:lumMod val="85000"/>
                    <a:lumOff val="15000"/>
                  </a:schemeClr>
                </a:solidFill>
              </a:defRPr>
            </a:lvl1pPr>
          </a:lstStyle>
          <a:p>
            <a:r>
              <a:rPr lang="en-US" smtClean="0"/>
              <a:t>Click to edit Master title style</a:t>
            </a:r>
            <a:endParaRPr dirty="0" lang="en-US"/>
          </a:p>
        </p:txBody>
      </p:sp>
      <p:sp>
        <p:nvSpPr>
          <p:cNvPr id="1048586" name="Subtitle 2"/>
          <p:cNvSpPr>
            <a:spLocks noGrp="1"/>
          </p:cNvSpPr>
          <p:nvPr>
            <p:ph type="subTitle" idx="1"/>
          </p:nvPr>
        </p:nvSpPr>
        <p:spPr>
          <a:xfrm>
            <a:off x="1100051" y="4455620"/>
            <a:ext cx="10058400" cy="1143000"/>
          </a:xfrm>
        </p:spPr>
        <p:txBody>
          <a:bodyPr lIns="91440" rIns="91440">
            <a:normAutofit/>
          </a:bodyPr>
          <a:lstStyle>
            <a:lvl1pPr algn="l" indent="0" marL="0">
              <a:buNone/>
              <a:defRPr baseline="0" cap="all" sz="2400" spc="200">
                <a:solidFill>
                  <a:schemeClr val="tx2"/>
                </a:solidFill>
                <a:latin typeface="+mj-lt"/>
              </a:defRPr>
            </a:lvl1pPr>
            <a:lvl2pPr algn="ctr" indent="0" marL="457200">
              <a:buNone/>
              <a:defRPr sz="2400"/>
            </a:lvl2pPr>
            <a:lvl3pPr algn="ctr" indent="0" marL="914400">
              <a:buNone/>
              <a:defRPr sz="2400"/>
            </a:lvl3pPr>
            <a:lvl4pPr algn="ctr" indent="0" marL="1371600">
              <a:buNone/>
              <a:defRPr sz="2000"/>
            </a:lvl4pPr>
            <a:lvl5pPr algn="ctr" indent="0" marL="1828800">
              <a:buNone/>
              <a:defRPr sz="2000"/>
            </a:lvl5pPr>
            <a:lvl6pPr algn="ctr" indent="0" marL="2286000">
              <a:buNone/>
              <a:defRPr sz="2000"/>
            </a:lvl6pPr>
            <a:lvl7pPr algn="ctr" indent="0" marL="2743200">
              <a:buNone/>
              <a:defRPr sz="2000"/>
            </a:lvl7pPr>
            <a:lvl8pPr algn="ctr" indent="0" marL="3200400">
              <a:buNone/>
              <a:defRPr sz="2000"/>
            </a:lvl8pPr>
            <a:lvl9pPr algn="ctr" indent="0" marL="3657600">
              <a:buNone/>
              <a:defRPr sz="2000"/>
            </a:lvl9pPr>
          </a:lstStyle>
          <a:p>
            <a:r>
              <a:rPr lang="en-US" smtClean="0"/>
              <a:t>Click to edit Master subtitle style</a:t>
            </a:r>
            <a:endParaRPr dirty="0" lang="en-US"/>
          </a:p>
        </p:txBody>
      </p:sp>
      <p:sp>
        <p:nvSpPr>
          <p:cNvPr id="1048587" name="Date Placeholder 3"/>
          <p:cNvSpPr>
            <a:spLocks noGrp="1"/>
          </p:cNvSpPr>
          <p:nvPr>
            <p:ph type="dt" sz="half" idx="10"/>
          </p:nvPr>
        </p:nvSpPr>
        <p:spPr/>
        <p:txBody>
          <a:bodyPr/>
          <a:p>
            <a:fld id="{3774E52E-2884-4237-A056-12E4303A4885}" type="datetimeFigureOut">
              <a:rPr lang="en-US" smtClean="0"/>
              <a:t>9/24/2022</a:t>
            </a:fld>
            <a:endParaRPr lang="en-US"/>
          </a:p>
        </p:txBody>
      </p:sp>
      <p:sp>
        <p:nvSpPr>
          <p:cNvPr id="1048588" name="Footer Placeholder 4"/>
          <p:cNvSpPr>
            <a:spLocks noGrp="1"/>
          </p:cNvSpPr>
          <p:nvPr>
            <p:ph type="ftr" sz="quarter" idx="11"/>
          </p:nvPr>
        </p:nvSpPr>
        <p:spPr/>
        <p:txBody>
          <a:bodyPr/>
          <a:p>
            <a:endParaRPr lang="en-US"/>
          </a:p>
        </p:txBody>
      </p:sp>
      <p:sp>
        <p:nvSpPr>
          <p:cNvPr id="1048589" name="Slide Number Placeholder 5"/>
          <p:cNvSpPr>
            <a:spLocks noGrp="1"/>
          </p:cNvSpPr>
          <p:nvPr>
            <p:ph type="sldNum" sz="quarter" idx="12"/>
          </p:nvPr>
        </p:nvSpPr>
        <p:spPr/>
        <p:txBody>
          <a:bodyPr/>
          <a:p>
            <a:fld id="{7BBBA274-2174-49D1-B23A-8E6AE1A0B81F}" type="slidenum">
              <a:rPr lang="en-US" smtClean="0"/>
              <a:t>‹#›</a:t>
            </a:fld>
            <a:endParaRPr lang="en-US"/>
          </a:p>
        </p:txBody>
      </p:sp>
      <p:cxnSp>
        <p:nvCxnSpPr>
          <p:cNvPr id="3145729" name="Straight Connector 8"/>
          <p:cNvCxnSpPr>
            <a:cxnSpLocks/>
          </p:cNvCxnSpPr>
          <p:nvPr/>
        </p:nvCxnSpPr>
        <p:spPr>
          <a:xfrm>
            <a:off x="1207658" y="4343400"/>
            <a:ext cx="9875520" cy="0"/>
          </a:xfrm>
          <a:prstGeom prst="line"/>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9" name=""/>
        <p:cNvGrpSpPr/>
        <p:nvPr/>
      </p:nvGrpSpPr>
      <p:grpSpPr>
        <a:xfrm>
          <a:off x="0" y="0"/>
          <a:ext cx="0" cy="0"/>
          <a:chOff x="0" y="0"/>
          <a:chExt cx="0" cy="0"/>
        </a:xfrm>
      </p:grpSpPr>
      <p:sp>
        <p:nvSpPr>
          <p:cNvPr id="1048592" name="Title 1"/>
          <p:cNvSpPr>
            <a:spLocks noGrp="1"/>
          </p:cNvSpPr>
          <p:nvPr>
            <p:ph type="title"/>
          </p:nvPr>
        </p:nvSpPr>
        <p:spPr/>
        <p:txBody>
          <a:bodyPr/>
          <a:lstStyle>
            <a:lvl1pPr marL="0"/>
          </a:lstStyle>
          <a:p>
            <a:r>
              <a:rPr lang="en-US" smtClean="0"/>
              <a:t>Click to edit Master title style</a:t>
            </a:r>
            <a:endParaRPr dirty="0" lang="en-US"/>
          </a:p>
        </p:txBody>
      </p:sp>
      <p:sp>
        <p:nvSpPr>
          <p:cNvPr id="1048593"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594" name="Date Placeholder 3"/>
          <p:cNvSpPr>
            <a:spLocks noGrp="1"/>
          </p:cNvSpPr>
          <p:nvPr>
            <p:ph type="dt" sz="half" idx="10"/>
          </p:nvPr>
        </p:nvSpPr>
        <p:spPr/>
        <p:txBody>
          <a:bodyPr/>
          <a:p>
            <a:fld id="{3774E52E-2884-4237-A056-12E4303A4885}" type="datetimeFigureOut">
              <a:rPr lang="en-US" smtClean="0"/>
              <a:t>9/24/2022</a:t>
            </a:fld>
            <a:endParaRPr lang="en-US"/>
          </a:p>
        </p:txBody>
      </p:sp>
      <p:sp>
        <p:nvSpPr>
          <p:cNvPr id="1048595" name="Footer Placeholder 4"/>
          <p:cNvSpPr>
            <a:spLocks noGrp="1"/>
          </p:cNvSpPr>
          <p:nvPr>
            <p:ph type="ftr" sz="quarter" idx="11"/>
          </p:nvPr>
        </p:nvSpPr>
        <p:spPr/>
        <p:txBody>
          <a:bodyPr/>
          <a:p>
            <a:endParaRPr lang="en-US"/>
          </a:p>
        </p:txBody>
      </p:sp>
      <p:sp>
        <p:nvSpPr>
          <p:cNvPr id="1048596" name="Slide Number Placeholder 5"/>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bg>
      <p:bgPr>
        <a:solidFill>
          <a:schemeClr val="bg1"/>
        </a:solidFill>
        <a:effectLst/>
      </p:bgPr>
    </p:bg>
    <p:spTree>
      <p:nvGrpSpPr>
        <p:cNvPr id="127" name=""/>
        <p:cNvGrpSpPr/>
        <p:nvPr/>
      </p:nvGrpSpPr>
      <p:grpSpPr>
        <a:xfrm>
          <a:off x="0" y="0"/>
          <a:ext cx="0" cy="0"/>
          <a:chOff x="0" y="0"/>
          <a:chExt cx="0" cy="0"/>
        </a:xfrm>
      </p:grpSpPr>
      <p:sp>
        <p:nvSpPr>
          <p:cNvPr id="1048712" name="Rectangle 6"/>
          <p:cNvSpPr/>
          <p:nvPr/>
        </p:nvSpPr>
        <p:spPr>
          <a:xfrm>
            <a:off x="3175" y="6400800"/>
            <a:ext cx="12188825" cy="457200"/>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13" name="Rectangle 7"/>
          <p:cNvSpPr/>
          <p:nvPr/>
        </p:nvSpPr>
        <p:spPr>
          <a:xfrm>
            <a:off x="15" y="6334316"/>
            <a:ext cx="12188825" cy="64008"/>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14" name="Title 1"/>
          <p:cNvSpPr>
            <a:spLocks noGrp="1"/>
          </p:cNvSpPr>
          <p:nvPr>
            <p:ph type="title"/>
          </p:nvPr>
        </p:nvSpPr>
        <p:spPr>
          <a:xfrm>
            <a:off x="1097280" y="758952"/>
            <a:ext cx="10058400" cy="3566160"/>
          </a:xfrm>
        </p:spPr>
        <p:txBody>
          <a:bodyPr anchor="b" anchorCtr="0">
            <a:normAutofit/>
          </a:bodyPr>
          <a:lstStyle>
            <a:lvl1pPr>
              <a:lnSpc>
                <a:spcPct val="85000"/>
              </a:lnSpc>
              <a:defRPr b="0" sz="8000">
                <a:solidFill>
                  <a:schemeClr val="tx1">
                    <a:lumMod val="85000"/>
                    <a:lumOff val="15000"/>
                  </a:schemeClr>
                </a:solidFill>
              </a:defRPr>
            </a:lvl1pPr>
          </a:lstStyle>
          <a:p>
            <a:r>
              <a:rPr lang="en-US" smtClean="0"/>
              <a:t>Click to edit Master title style</a:t>
            </a:r>
            <a:endParaRPr dirty="0" lang="en-US"/>
          </a:p>
        </p:txBody>
      </p:sp>
      <p:sp>
        <p:nvSpPr>
          <p:cNvPr id="1048715" name="Text Placeholder 2"/>
          <p:cNvSpPr>
            <a:spLocks noGrp="1"/>
          </p:cNvSpPr>
          <p:nvPr>
            <p:ph type="body" idx="1"/>
          </p:nvPr>
        </p:nvSpPr>
        <p:spPr>
          <a:xfrm>
            <a:off x="1097280" y="4453128"/>
            <a:ext cx="10058400" cy="1143000"/>
          </a:xfrm>
        </p:spPr>
        <p:txBody>
          <a:bodyPr anchor="t" anchorCtr="0" lIns="91440" rIns="91440">
            <a:normAutofit/>
          </a:bodyPr>
          <a:lstStyle>
            <a:lvl1pPr indent="0" marL="0">
              <a:buNone/>
              <a:defRPr baseline="0" cap="all" sz="2400" spc="200">
                <a:solidFill>
                  <a:schemeClr val="tx2"/>
                </a:solidFill>
                <a:latin typeface="+mj-lt"/>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16" name="Date Placeholder 3"/>
          <p:cNvSpPr>
            <a:spLocks noGrp="1"/>
          </p:cNvSpPr>
          <p:nvPr>
            <p:ph type="dt" sz="half" idx="10"/>
          </p:nvPr>
        </p:nvSpPr>
        <p:spPr/>
        <p:txBody>
          <a:bodyPr/>
          <a:p>
            <a:fld id="{3774E52E-2884-4237-A056-12E4303A4885}" type="datetimeFigureOut">
              <a:rPr lang="en-US" smtClean="0"/>
              <a:t>9/24/2022</a:t>
            </a:fld>
            <a:endParaRPr lang="en-US"/>
          </a:p>
        </p:txBody>
      </p:sp>
      <p:sp>
        <p:nvSpPr>
          <p:cNvPr id="1048717" name="Footer Placeholder 4"/>
          <p:cNvSpPr>
            <a:spLocks noGrp="1"/>
          </p:cNvSpPr>
          <p:nvPr>
            <p:ph type="ftr" sz="quarter" idx="11"/>
          </p:nvPr>
        </p:nvSpPr>
        <p:spPr/>
        <p:txBody>
          <a:bodyPr/>
          <a:p>
            <a:endParaRPr lang="en-US"/>
          </a:p>
        </p:txBody>
      </p:sp>
      <p:sp>
        <p:nvSpPr>
          <p:cNvPr id="1048718" name="Slide Number Placeholder 5"/>
          <p:cNvSpPr>
            <a:spLocks noGrp="1"/>
          </p:cNvSpPr>
          <p:nvPr>
            <p:ph type="sldNum" sz="quarter" idx="12"/>
          </p:nvPr>
        </p:nvSpPr>
        <p:spPr/>
        <p:txBody>
          <a:bodyPr/>
          <a:p>
            <a:fld id="{7BBBA274-2174-49D1-B23A-8E6AE1A0B81F}" type="slidenum">
              <a:rPr lang="en-US" smtClean="0"/>
              <a:t>‹#›</a:t>
            </a:fld>
            <a:endParaRPr lang="en-US"/>
          </a:p>
        </p:txBody>
      </p:sp>
      <p:cxnSp>
        <p:nvCxnSpPr>
          <p:cNvPr id="3145730" name="Straight Connector 8"/>
          <p:cNvCxnSpPr>
            <a:cxnSpLocks/>
          </p:cNvCxnSpPr>
          <p:nvPr/>
        </p:nvCxnSpPr>
        <p:spPr>
          <a:xfrm>
            <a:off x="1207658" y="4343400"/>
            <a:ext cx="9875520" cy="0"/>
          </a:xfrm>
          <a:prstGeom prst="line"/>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28" name=""/>
        <p:cNvGrpSpPr/>
        <p:nvPr/>
      </p:nvGrpSpPr>
      <p:grpSpPr>
        <a:xfrm>
          <a:off x="0" y="0"/>
          <a:ext cx="0" cy="0"/>
          <a:chOff x="0" y="0"/>
          <a:chExt cx="0" cy="0"/>
        </a:xfrm>
      </p:grpSpPr>
      <p:sp>
        <p:nvSpPr>
          <p:cNvPr id="1048719" name="Title 7"/>
          <p:cNvSpPr>
            <a:spLocks noGrp="1"/>
          </p:cNvSpPr>
          <p:nvPr>
            <p:ph type="title"/>
          </p:nvPr>
        </p:nvSpPr>
        <p:spPr>
          <a:xfrm>
            <a:off x="1097280" y="286603"/>
            <a:ext cx="10058400" cy="1450757"/>
          </a:xfrm>
        </p:spPr>
        <p:txBody>
          <a:bodyPr/>
          <a:p>
            <a:r>
              <a:rPr lang="en-US" smtClean="0"/>
              <a:t>Click to edit Master title style</a:t>
            </a:r>
            <a:endParaRPr dirty="0" lang="en-US"/>
          </a:p>
        </p:txBody>
      </p:sp>
      <p:sp>
        <p:nvSpPr>
          <p:cNvPr id="1048720" name="Content Placeholder 2"/>
          <p:cNvSpPr>
            <a:spLocks noGrp="1"/>
          </p:cNvSpPr>
          <p:nvPr>
            <p:ph sz="half" idx="1"/>
          </p:nvPr>
        </p:nvSpPr>
        <p:spPr>
          <a:xfrm>
            <a:off x="1097279" y="1845734"/>
            <a:ext cx="4937760" cy="402336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21" name="Content Placeholder 3"/>
          <p:cNvSpPr>
            <a:spLocks noGrp="1"/>
          </p:cNvSpPr>
          <p:nvPr>
            <p:ph sz="half" idx="2"/>
          </p:nvPr>
        </p:nvSpPr>
        <p:spPr>
          <a:xfrm>
            <a:off x="6217920" y="1845735"/>
            <a:ext cx="4937760" cy="402336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22" name="Date Placeholder 4"/>
          <p:cNvSpPr>
            <a:spLocks noGrp="1"/>
          </p:cNvSpPr>
          <p:nvPr>
            <p:ph type="dt" sz="half" idx="10"/>
          </p:nvPr>
        </p:nvSpPr>
        <p:spPr/>
        <p:txBody>
          <a:bodyPr/>
          <a:p>
            <a:fld id="{3774E52E-2884-4237-A056-12E4303A4885}" type="datetimeFigureOut">
              <a:rPr lang="en-US" smtClean="0"/>
              <a:t>9/24/2022</a:t>
            </a:fld>
            <a:endParaRPr lang="en-US"/>
          </a:p>
        </p:txBody>
      </p:sp>
      <p:sp>
        <p:nvSpPr>
          <p:cNvPr id="1048723" name="Footer Placeholder 5"/>
          <p:cNvSpPr>
            <a:spLocks noGrp="1"/>
          </p:cNvSpPr>
          <p:nvPr>
            <p:ph type="ftr" sz="quarter" idx="11"/>
          </p:nvPr>
        </p:nvSpPr>
        <p:spPr/>
        <p:txBody>
          <a:bodyPr/>
          <a:p>
            <a:endParaRPr lang="en-US"/>
          </a:p>
        </p:txBody>
      </p:sp>
      <p:sp>
        <p:nvSpPr>
          <p:cNvPr id="1048724" name="Slide Number Placeholder 6"/>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29" name=""/>
        <p:cNvGrpSpPr/>
        <p:nvPr/>
      </p:nvGrpSpPr>
      <p:grpSpPr>
        <a:xfrm>
          <a:off x="0" y="0"/>
          <a:ext cx="0" cy="0"/>
          <a:chOff x="0" y="0"/>
          <a:chExt cx="0" cy="0"/>
        </a:xfrm>
      </p:grpSpPr>
      <p:sp>
        <p:nvSpPr>
          <p:cNvPr id="1048725" name="Title 9"/>
          <p:cNvSpPr>
            <a:spLocks noGrp="1"/>
          </p:cNvSpPr>
          <p:nvPr>
            <p:ph type="title"/>
          </p:nvPr>
        </p:nvSpPr>
        <p:spPr>
          <a:xfrm>
            <a:off x="1097280" y="286603"/>
            <a:ext cx="10058400" cy="1450757"/>
          </a:xfrm>
        </p:spPr>
        <p:txBody>
          <a:bodyPr/>
          <a:p>
            <a:r>
              <a:rPr lang="en-US" smtClean="0"/>
              <a:t>Click to edit Master title style</a:t>
            </a:r>
            <a:endParaRPr dirty="0" lang="en-US"/>
          </a:p>
        </p:txBody>
      </p:sp>
      <p:sp>
        <p:nvSpPr>
          <p:cNvPr id="1048726" name="Text Placeholder 2"/>
          <p:cNvSpPr>
            <a:spLocks noGrp="1"/>
          </p:cNvSpPr>
          <p:nvPr>
            <p:ph type="body" idx="1"/>
          </p:nvPr>
        </p:nvSpPr>
        <p:spPr>
          <a:xfrm>
            <a:off x="1097280" y="1846052"/>
            <a:ext cx="4937760" cy="736282"/>
          </a:xfrm>
        </p:spPr>
        <p:txBody>
          <a:bodyPr anchor="ctr" lIns="91440" rIns="91440">
            <a:normAutofit/>
          </a:bodyPr>
          <a:lstStyle>
            <a:lvl1pPr indent="0" marL="0">
              <a:buNone/>
              <a:defRPr baseline="0" b="0" cap="all"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27" name="Content Placeholder 3"/>
          <p:cNvSpPr>
            <a:spLocks noGrp="1"/>
          </p:cNvSpPr>
          <p:nvPr>
            <p:ph sz="half" idx="2"/>
          </p:nvPr>
        </p:nvSpPr>
        <p:spPr>
          <a:xfrm>
            <a:off x="1097280" y="2582334"/>
            <a:ext cx="4937760" cy="3378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28" name="Text Placeholder 4"/>
          <p:cNvSpPr>
            <a:spLocks noGrp="1"/>
          </p:cNvSpPr>
          <p:nvPr>
            <p:ph type="body" sz="quarter" idx="3"/>
          </p:nvPr>
        </p:nvSpPr>
        <p:spPr>
          <a:xfrm>
            <a:off x="6217920" y="1846052"/>
            <a:ext cx="4937760" cy="736282"/>
          </a:xfrm>
        </p:spPr>
        <p:txBody>
          <a:bodyPr anchor="ctr" lIns="91440" rIns="91440">
            <a:normAutofit/>
          </a:bodyPr>
          <a:lstStyle>
            <a:lvl1pPr indent="0" marL="0">
              <a:buNone/>
              <a:defRPr baseline="0" b="0" cap="all"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29" name="Content Placeholder 5"/>
          <p:cNvSpPr>
            <a:spLocks noGrp="1"/>
          </p:cNvSpPr>
          <p:nvPr>
            <p:ph sz="quarter" idx="4"/>
          </p:nvPr>
        </p:nvSpPr>
        <p:spPr>
          <a:xfrm>
            <a:off x="6217920" y="2582334"/>
            <a:ext cx="4937760" cy="3378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30" name="Date Placeholder 6"/>
          <p:cNvSpPr>
            <a:spLocks noGrp="1"/>
          </p:cNvSpPr>
          <p:nvPr>
            <p:ph type="dt" sz="half" idx="10"/>
          </p:nvPr>
        </p:nvSpPr>
        <p:spPr/>
        <p:txBody>
          <a:bodyPr/>
          <a:p>
            <a:fld id="{3774E52E-2884-4237-A056-12E4303A4885}" type="datetimeFigureOut">
              <a:rPr lang="en-US" smtClean="0"/>
              <a:t>9/24/2022</a:t>
            </a:fld>
            <a:endParaRPr lang="en-US"/>
          </a:p>
        </p:txBody>
      </p:sp>
      <p:sp>
        <p:nvSpPr>
          <p:cNvPr id="1048731" name="Footer Placeholder 7"/>
          <p:cNvSpPr>
            <a:spLocks noGrp="1"/>
          </p:cNvSpPr>
          <p:nvPr>
            <p:ph type="ftr" sz="quarter" idx="11"/>
          </p:nvPr>
        </p:nvSpPr>
        <p:spPr/>
        <p:txBody>
          <a:bodyPr/>
          <a:p>
            <a:endParaRPr lang="en-US"/>
          </a:p>
        </p:txBody>
      </p:sp>
      <p:sp>
        <p:nvSpPr>
          <p:cNvPr id="1048732" name="Slide Number Placeholder 8"/>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23" name=""/>
        <p:cNvGrpSpPr/>
        <p:nvPr/>
      </p:nvGrpSpPr>
      <p:grpSpPr>
        <a:xfrm>
          <a:off x="0" y="0"/>
          <a:ext cx="0" cy="0"/>
          <a:chOff x="0" y="0"/>
          <a:chExt cx="0" cy="0"/>
        </a:xfrm>
      </p:grpSpPr>
      <p:sp>
        <p:nvSpPr>
          <p:cNvPr id="1048688" name="Title 1"/>
          <p:cNvSpPr>
            <a:spLocks noGrp="1"/>
          </p:cNvSpPr>
          <p:nvPr>
            <p:ph type="title"/>
          </p:nvPr>
        </p:nvSpPr>
        <p:spPr/>
        <p:txBody>
          <a:bodyPr/>
          <a:p>
            <a:r>
              <a:rPr lang="en-US" smtClean="0"/>
              <a:t>Click to edit Master title style</a:t>
            </a:r>
            <a:endParaRPr dirty="0" lang="en-US"/>
          </a:p>
        </p:txBody>
      </p:sp>
      <p:sp>
        <p:nvSpPr>
          <p:cNvPr id="1048689" name="Date Placeholder 2"/>
          <p:cNvSpPr>
            <a:spLocks noGrp="1"/>
          </p:cNvSpPr>
          <p:nvPr>
            <p:ph type="dt" sz="half" idx="10"/>
          </p:nvPr>
        </p:nvSpPr>
        <p:spPr/>
        <p:txBody>
          <a:bodyPr/>
          <a:p>
            <a:fld id="{3774E52E-2884-4237-A056-12E4303A4885}" type="datetimeFigureOut">
              <a:rPr lang="en-US" smtClean="0"/>
              <a:t>9/24/2022</a:t>
            </a:fld>
            <a:endParaRPr lang="en-US"/>
          </a:p>
        </p:txBody>
      </p:sp>
      <p:sp>
        <p:nvSpPr>
          <p:cNvPr id="1048690" name="Footer Placeholder 3"/>
          <p:cNvSpPr>
            <a:spLocks noGrp="1"/>
          </p:cNvSpPr>
          <p:nvPr>
            <p:ph type="ftr" sz="quarter" idx="11"/>
          </p:nvPr>
        </p:nvSpPr>
        <p:spPr/>
        <p:txBody>
          <a:bodyPr/>
          <a:p>
            <a:endParaRPr lang="en-US"/>
          </a:p>
        </p:txBody>
      </p:sp>
      <p:sp>
        <p:nvSpPr>
          <p:cNvPr id="1048691" name="Slide Number Placeholder 4"/>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130" name=""/>
        <p:cNvGrpSpPr/>
        <p:nvPr/>
      </p:nvGrpSpPr>
      <p:grpSpPr>
        <a:xfrm>
          <a:off x="0" y="0"/>
          <a:ext cx="0" cy="0"/>
          <a:chOff x="0" y="0"/>
          <a:chExt cx="0" cy="0"/>
        </a:xfrm>
      </p:grpSpPr>
      <p:sp>
        <p:nvSpPr>
          <p:cNvPr id="1048733" name="Rectangle 4"/>
          <p:cNvSpPr/>
          <p:nvPr/>
        </p:nvSpPr>
        <p:spPr>
          <a:xfrm>
            <a:off x="3175" y="6400800"/>
            <a:ext cx="12188825" cy="457200"/>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34" name="Rectangle 5"/>
          <p:cNvSpPr/>
          <p:nvPr/>
        </p:nvSpPr>
        <p:spPr>
          <a:xfrm>
            <a:off x="15" y="6334316"/>
            <a:ext cx="12188825" cy="64008"/>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35" name="Date Placeholder 6"/>
          <p:cNvSpPr>
            <a:spLocks noGrp="1"/>
          </p:cNvSpPr>
          <p:nvPr>
            <p:ph type="dt" sz="half" idx="10"/>
          </p:nvPr>
        </p:nvSpPr>
        <p:spPr/>
        <p:txBody>
          <a:bodyPr/>
          <a:p>
            <a:fld id="{3774E52E-2884-4237-A056-12E4303A4885}" type="datetimeFigureOut">
              <a:rPr lang="en-US" smtClean="0"/>
              <a:t>9/24/2022</a:t>
            </a:fld>
            <a:endParaRPr lang="en-US"/>
          </a:p>
        </p:txBody>
      </p:sp>
      <p:sp>
        <p:nvSpPr>
          <p:cNvPr id="1048736"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1048737" name="Slide Number Placeholder 8"/>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type="objTx">
  <p:cSld name="Content with Caption">
    <p:spTree>
      <p:nvGrpSpPr>
        <p:cNvPr id="131" name=""/>
        <p:cNvGrpSpPr/>
        <p:nvPr/>
      </p:nvGrpSpPr>
      <p:grpSpPr>
        <a:xfrm>
          <a:off x="0" y="0"/>
          <a:ext cx="0" cy="0"/>
          <a:chOff x="0" y="0"/>
          <a:chExt cx="0" cy="0"/>
        </a:xfrm>
      </p:grpSpPr>
      <p:sp>
        <p:nvSpPr>
          <p:cNvPr id="1048738" name="Rectangle 7"/>
          <p:cNvSpPr/>
          <p:nvPr/>
        </p:nvSpPr>
        <p:spPr>
          <a:xfrm>
            <a:off x="16" y="0"/>
            <a:ext cx="4050791" cy="6858000"/>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39" name="Rectangle 8"/>
          <p:cNvSpPr/>
          <p:nvPr/>
        </p:nvSpPr>
        <p:spPr>
          <a:xfrm>
            <a:off x="4040071" y="0"/>
            <a:ext cx="64008" cy="6858000"/>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40" name="Title 1"/>
          <p:cNvSpPr>
            <a:spLocks noGrp="1"/>
          </p:cNvSpPr>
          <p:nvPr>
            <p:ph type="title"/>
          </p:nvPr>
        </p:nvSpPr>
        <p:spPr>
          <a:xfrm>
            <a:off x="457200" y="594359"/>
            <a:ext cx="3200400" cy="2286000"/>
          </a:xfrm>
        </p:spPr>
        <p:txBody>
          <a:bodyPr anchor="b">
            <a:normAutofit/>
          </a:bodyPr>
          <a:lstStyle>
            <a:lvl1pPr>
              <a:defRPr b="0" sz="3600">
                <a:solidFill>
                  <a:srgbClr val="FFFFFF"/>
                </a:solidFill>
              </a:defRPr>
            </a:lvl1pPr>
          </a:lstStyle>
          <a:p>
            <a:r>
              <a:rPr lang="en-US" smtClean="0"/>
              <a:t>Click to edit Master title style</a:t>
            </a:r>
            <a:endParaRPr dirty="0" lang="en-US"/>
          </a:p>
        </p:txBody>
      </p:sp>
      <p:sp>
        <p:nvSpPr>
          <p:cNvPr id="1048741" name="Content Placeholder 2"/>
          <p:cNvSpPr>
            <a:spLocks noGrp="1"/>
          </p:cNvSpPr>
          <p:nvPr>
            <p:ph idx="1"/>
          </p:nvPr>
        </p:nvSpPr>
        <p:spPr>
          <a:xfrm>
            <a:off x="4800600" y="731520"/>
            <a:ext cx="6492240" cy="52578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42" name="Text Placeholder 3"/>
          <p:cNvSpPr>
            <a:spLocks noGrp="1"/>
          </p:cNvSpPr>
          <p:nvPr>
            <p:ph type="body" sz="half" idx="2"/>
          </p:nvPr>
        </p:nvSpPr>
        <p:spPr>
          <a:xfrm>
            <a:off x="457200" y="2926080"/>
            <a:ext cx="3200400" cy="3379124"/>
          </a:xfrm>
        </p:spPr>
        <p:txBody>
          <a:bodyPr lIns="91440" rIns="91440">
            <a:normAutofit/>
          </a:bodyPr>
          <a:lstStyle>
            <a:lvl1pPr indent="0" marL="0">
              <a:buNone/>
              <a:defRPr sz="1500">
                <a:solidFill>
                  <a:srgbClr val="FFFFFF"/>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43" name="Date Placeholder 4"/>
          <p:cNvSpPr>
            <a:spLocks noGrp="1"/>
          </p:cNvSpPr>
          <p:nvPr>
            <p:ph type="dt" sz="half" idx="10"/>
          </p:nvPr>
        </p:nvSpPr>
        <p:spPr>
          <a:xfrm>
            <a:off x="465512" y="6459785"/>
            <a:ext cx="2618510" cy="365125"/>
          </a:xfrm>
        </p:spPr>
        <p:txBody>
          <a:bodyPr/>
          <a:lstStyle>
            <a:lvl1pPr algn="l"/>
          </a:lstStyle>
          <a:p>
            <a:fld id="{3774E52E-2884-4237-A056-12E4303A4885}" type="datetimeFigureOut">
              <a:rPr lang="en-US" smtClean="0"/>
              <a:t>9/24/2022</a:t>
            </a:fld>
            <a:endParaRPr lang="en-US"/>
          </a:p>
        </p:txBody>
      </p:sp>
      <p:sp>
        <p:nvSpPr>
          <p:cNvPr id="1048744"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1048745" name="Slide Number Placeholder 6"/>
          <p:cNvSpPr>
            <a:spLocks noGrp="1"/>
          </p:cNvSpPr>
          <p:nvPr>
            <p:ph type="sldNum" sz="quarter" idx="12"/>
          </p:nvPr>
        </p:nvSpPr>
        <p:spPr/>
        <p:txBody>
          <a:bodyPr/>
          <a:lstStyle>
            <a:lvl1pPr>
              <a:defRPr>
                <a:solidFill>
                  <a:schemeClr val="tx2"/>
                </a:solidFill>
              </a:defRPr>
            </a:lvl1pPr>
          </a:lstStyle>
          <a:p>
            <a:fld id="{7BBBA274-2174-49D1-B23A-8E6AE1A0B81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125" name=""/>
        <p:cNvGrpSpPr/>
        <p:nvPr/>
      </p:nvGrpSpPr>
      <p:grpSpPr>
        <a:xfrm>
          <a:off x="0" y="0"/>
          <a:ext cx="0" cy="0"/>
          <a:chOff x="0" y="0"/>
          <a:chExt cx="0" cy="0"/>
        </a:xfrm>
      </p:grpSpPr>
      <p:sp>
        <p:nvSpPr>
          <p:cNvPr id="1048699" name="Rectangle 7"/>
          <p:cNvSpPr/>
          <p:nvPr/>
        </p:nvSpPr>
        <p:spPr>
          <a:xfrm>
            <a:off x="0" y="4953000"/>
            <a:ext cx="12188825" cy="1905000"/>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00" name="Rectangle 8"/>
          <p:cNvSpPr/>
          <p:nvPr/>
        </p:nvSpPr>
        <p:spPr>
          <a:xfrm>
            <a:off x="15" y="4915076"/>
            <a:ext cx="12188825" cy="64008"/>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701" name="Title 1"/>
          <p:cNvSpPr>
            <a:spLocks noGrp="1"/>
          </p:cNvSpPr>
          <p:nvPr>
            <p:ph type="title"/>
          </p:nvPr>
        </p:nvSpPr>
        <p:spPr>
          <a:xfrm>
            <a:off x="1097280" y="5074920"/>
            <a:ext cx="10113264" cy="822960"/>
          </a:xfrm>
        </p:spPr>
        <p:txBody>
          <a:bodyPr anchor="b" bIns="0" lIns="91440" rIns="91440" tIns="0">
            <a:noAutofit/>
          </a:bodyPr>
          <a:lstStyle>
            <a:lvl1pPr>
              <a:defRPr b="0" sz="3600">
                <a:solidFill>
                  <a:srgbClr val="FFFFFF"/>
                </a:solidFill>
              </a:defRPr>
            </a:lvl1pPr>
          </a:lstStyle>
          <a:p>
            <a:r>
              <a:rPr lang="en-US" smtClean="0"/>
              <a:t>Click to edit Master title style</a:t>
            </a:r>
            <a:endParaRPr dirty="0" lang="en-US"/>
          </a:p>
        </p:txBody>
      </p:sp>
      <p:sp>
        <p:nvSpPr>
          <p:cNvPr id="1048702" name="Picture Placeholder 2"/>
          <p:cNvSpPr>
            <a:spLocks noChangeAspect="1" noGrp="1"/>
          </p:cNvSpPr>
          <p:nvPr>
            <p:ph type="pic" idx="1"/>
          </p:nvPr>
        </p:nvSpPr>
        <p:spPr>
          <a:xfrm>
            <a:off x="15" y="0"/>
            <a:ext cx="12191985" cy="4915076"/>
          </a:xfrm>
          <a:blipFill>
            <a:blip xmlns:r="http://schemas.openxmlformats.org/officeDocument/2006/relationships" r:embed="rId1"/>
            <a:stretch>
              <a:fillRect/>
            </a:stretch>
          </a:blipFill>
        </p:spPr>
        <p:txBody>
          <a:bodyPr anchor="t" lIns="457200" tIns="457200"/>
          <a:lstStyle>
            <a:lvl1pPr indent="0" marL="0">
              <a:buNone/>
              <a:defRPr sz="3200">
                <a:solidFill>
                  <a:schemeClr val="bg1"/>
                </a:solidFill>
              </a:defRPr>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smtClean="0"/>
              <a:t>Click icon to add picture</a:t>
            </a:r>
            <a:endParaRPr dirty="0" lang="en-US"/>
          </a:p>
        </p:txBody>
      </p:sp>
      <p:sp>
        <p:nvSpPr>
          <p:cNvPr id="1048703" name="Text Placeholder 3"/>
          <p:cNvSpPr>
            <a:spLocks noGrp="1"/>
          </p:cNvSpPr>
          <p:nvPr>
            <p:ph type="body" sz="half" idx="2"/>
          </p:nvPr>
        </p:nvSpPr>
        <p:spPr>
          <a:xfrm>
            <a:off x="1097280" y="5907023"/>
            <a:ext cx="10113264" cy="594360"/>
          </a:xfrm>
        </p:spPr>
        <p:txBody>
          <a:bodyPr bIns="0" lIns="91440" rIns="91440" tIns="0">
            <a:normAutofit/>
          </a:bodyPr>
          <a:lstStyle>
            <a:lvl1pPr indent="0" marL="0">
              <a:spcBef>
                <a:spcPts val="0"/>
              </a:spcBef>
              <a:spcAft>
                <a:spcPts val="600"/>
              </a:spcAft>
              <a:buNone/>
              <a:defRPr sz="1500">
                <a:solidFill>
                  <a:srgbClr val="FFFFFF"/>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04" name="Date Placeholder 4"/>
          <p:cNvSpPr>
            <a:spLocks noGrp="1"/>
          </p:cNvSpPr>
          <p:nvPr>
            <p:ph type="dt" sz="half" idx="10"/>
          </p:nvPr>
        </p:nvSpPr>
        <p:spPr/>
        <p:txBody>
          <a:bodyPr/>
          <a:p>
            <a:fld id="{3774E52E-2884-4237-A056-12E4303A4885}" type="datetimeFigureOut">
              <a:rPr lang="en-US" smtClean="0"/>
              <a:t>9/24/2022</a:t>
            </a:fld>
            <a:endParaRPr lang="en-US"/>
          </a:p>
        </p:txBody>
      </p:sp>
      <p:sp>
        <p:nvSpPr>
          <p:cNvPr id="1048705" name="Footer Placeholder 5"/>
          <p:cNvSpPr>
            <a:spLocks noGrp="1"/>
          </p:cNvSpPr>
          <p:nvPr>
            <p:ph type="ftr" sz="quarter" idx="11"/>
          </p:nvPr>
        </p:nvSpPr>
        <p:spPr/>
        <p:txBody>
          <a:bodyPr/>
          <a:p>
            <a:endParaRPr lang="en-US"/>
          </a:p>
        </p:txBody>
      </p:sp>
      <p:sp>
        <p:nvSpPr>
          <p:cNvPr id="1048706" name="Slide Number Placeholder 6"/>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26" name=""/>
        <p:cNvGrpSpPr/>
        <p:nvPr/>
      </p:nvGrpSpPr>
      <p:grpSpPr>
        <a:xfrm>
          <a:off x="0" y="0"/>
          <a:ext cx="0" cy="0"/>
          <a:chOff x="0" y="0"/>
          <a:chExt cx="0" cy="0"/>
        </a:xfrm>
      </p:grpSpPr>
      <p:sp>
        <p:nvSpPr>
          <p:cNvPr id="1048707" name="Title 1"/>
          <p:cNvSpPr>
            <a:spLocks noGrp="1"/>
          </p:cNvSpPr>
          <p:nvPr>
            <p:ph type="title"/>
          </p:nvPr>
        </p:nvSpPr>
        <p:spPr/>
        <p:txBody>
          <a:bodyPr/>
          <a:p>
            <a:r>
              <a:rPr lang="en-US" smtClean="0"/>
              <a:t>Click to edit Master title style</a:t>
            </a:r>
            <a:endParaRPr dirty="0" lang="en-US"/>
          </a:p>
        </p:txBody>
      </p:sp>
      <p:sp>
        <p:nvSpPr>
          <p:cNvPr id="1048708" name="Vertical Text Placeholder 2"/>
          <p:cNvSpPr>
            <a:spLocks noGrp="1"/>
          </p:cNvSpPr>
          <p:nvPr>
            <p:ph type="body" orient="vert" idx="1"/>
          </p:nvPr>
        </p:nvSpPr>
        <p:spPr/>
        <p:txBody>
          <a:bodyPr bIns="0" lIns="45720" rIns="45720" tIns="0"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09" name="Date Placeholder 3"/>
          <p:cNvSpPr>
            <a:spLocks noGrp="1"/>
          </p:cNvSpPr>
          <p:nvPr>
            <p:ph type="dt" sz="half" idx="10"/>
          </p:nvPr>
        </p:nvSpPr>
        <p:spPr/>
        <p:txBody>
          <a:bodyPr/>
          <a:p>
            <a:fld id="{3774E52E-2884-4237-A056-12E4303A4885}" type="datetimeFigureOut">
              <a:rPr lang="en-US" smtClean="0"/>
              <a:t>9/24/2022</a:t>
            </a:fld>
            <a:endParaRPr lang="en-US"/>
          </a:p>
        </p:txBody>
      </p:sp>
      <p:sp>
        <p:nvSpPr>
          <p:cNvPr id="1048710" name="Footer Placeholder 4"/>
          <p:cNvSpPr>
            <a:spLocks noGrp="1"/>
          </p:cNvSpPr>
          <p:nvPr>
            <p:ph type="ftr" sz="quarter" idx="11"/>
          </p:nvPr>
        </p:nvSpPr>
        <p:spPr/>
        <p:txBody>
          <a:bodyPr/>
          <a:p>
            <a:endParaRPr lang="en-US"/>
          </a:p>
        </p:txBody>
      </p:sp>
      <p:sp>
        <p:nvSpPr>
          <p:cNvPr id="1048711" name="Slide Number Placeholder 5"/>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124" name=""/>
        <p:cNvGrpSpPr/>
        <p:nvPr/>
      </p:nvGrpSpPr>
      <p:grpSpPr>
        <a:xfrm>
          <a:off x="0" y="0"/>
          <a:ext cx="0" cy="0"/>
          <a:chOff x="0" y="0"/>
          <a:chExt cx="0" cy="0"/>
        </a:xfrm>
      </p:grpSpPr>
      <p:sp>
        <p:nvSpPr>
          <p:cNvPr id="1048692" name="Rectangle 6"/>
          <p:cNvSpPr/>
          <p:nvPr/>
        </p:nvSpPr>
        <p:spPr>
          <a:xfrm>
            <a:off x="3175" y="6400800"/>
            <a:ext cx="12188825" cy="457200"/>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93" name="Rectangle 7"/>
          <p:cNvSpPr/>
          <p:nvPr/>
        </p:nvSpPr>
        <p:spPr>
          <a:xfrm>
            <a:off x="15" y="6334316"/>
            <a:ext cx="12188825" cy="64008"/>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94" name="Vertical Title 1"/>
          <p:cNvSpPr>
            <a:spLocks noGrp="1"/>
          </p:cNvSpPr>
          <p:nvPr>
            <p:ph type="title" orient="vert"/>
          </p:nvPr>
        </p:nvSpPr>
        <p:spPr>
          <a:xfrm>
            <a:off x="8724900" y="414778"/>
            <a:ext cx="2628900" cy="5757421"/>
          </a:xfrm>
        </p:spPr>
        <p:txBody>
          <a:bodyPr vert="eaVert"/>
          <a:p>
            <a:r>
              <a:rPr lang="en-US" smtClean="0"/>
              <a:t>Click to edit Master title style</a:t>
            </a:r>
            <a:endParaRPr dirty="0" lang="en-US"/>
          </a:p>
        </p:txBody>
      </p:sp>
      <p:sp>
        <p:nvSpPr>
          <p:cNvPr id="1048695" name="Vertical Text Placeholder 2"/>
          <p:cNvSpPr>
            <a:spLocks noGrp="1"/>
          </p:cNvSpPr>
          <p:nvPr>
            <p:ph type="body" orient="vert" idx="1"/>
          </p:nvPr>
        </p:nvSpPr>
        <p:spPr>
          <a:xfrm>
            <a:off x="838200" y="414778"/>
            <a:ext cx="7734300" cy="5757422"/>
          </a:xfrm>
        </p:spPr>
        <p:txBody>
          <a:bodyPr bIns="0" lIns="45720" rIns="45720" tIns="0"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96" name="Date Placeholder 3"/>
          <p:cNvSpPr>
            <a:spLocks noGrp="1"/>
          </p:cNvSpPr>
          <p:nvPr>
            <p:ph type="dt" sz="half" idx="10"/>
          </p:nvPr>
        </p:nvSpPr>
        <p:spPr/>
        <p:txBody>
          <a:bodyPr/>
          <a:p>
            <a:fld id="{3774E52E-2884-4237-A056-12E4303A4885}" type="datetimeFigureOut">
              <a:rPr lang="en-US" smtClean="0"/>
              <a:t>9/24/2022</a:t>
            </a:fld>
            <a:endParaRPr lang="en-US"/>
          </a:p>
        </p:txBody>
      </p:sp>
      <p:sp>
        <p:nvSpPr>
          <p:cNvPr id="1048697" name="Footer Placeholder 4"/>
          <p:cNvSpPr>
            <a:spLocks noGrp="1"/>
          </p:cNvSpPr>
          <p:nvPr>
            <p:ph type="ftr" sz="quarter" idx="11"/>
          </p:nvPr>
        </p:nvSpPr>
        <p:spPr/>
        <p:txBody>
          <a:bodyPr/>
          <a:p>
            <a:endParaRPr lang="en-US"/>
          </a:p>
        </p:txBody>
      </p:sp>
      <p:sp>
        <p:nvSpPr>
          <p:cNvPr id="1048698" name="Slide Number Placeholder 5"/>
          <p:cNvSpPr>
            <a:spLocks noGrp="1"/>
          </p:cNvSpPr>
          <p:nvPr>
            <p:ph type="sldNum" sz="quarter" idx="12"/>
          </p:nvPr>
        </p:nvSpPr>
        <p:spPr/>
        <p:txBody>
          <a:bodyPr/>
          <a:p>
            <a:fld id="{7BBBA274-2174-49D1-B23A-8E6AE1A0B81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Rectangle 6"/>
          <p:cNvSpPr/>
          <p:nvPr/>
        </p:nvSpPr>
        <p:spPr>
          <a:xfrm>
            <a:off x="1" y="6400800"/>
            <a:ext cx="12192000" cy="457200"/>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77" name="Rectangle 8"/>
          <p:cNvSpPr/>
          <p:nvPr/>
        </p:nvSpPr>
        <p:spPr>
          <a:xfrm>
            <a:off x="0" y="6334316"/>
            <a:ext cx="12192001" cy="65998"/>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78" name="Title Placeholder 1"/>
          <p:cNvSpPr>
            <a:spLocks noGrp="1"/>
          </p:cNvSpPr>
          <p:nvPr>
            <p:ph type="title"/>
          </p:nvPr>
        </p:nvSpPr>
        <p:spPr>
          <a:xfrm>
            <a:off x="1097280" y="286603"/>
            <a:ext cx="10058400" cy="1450757"/>
          </a:xfrm>
          <a:prstGeom prst="rect"/>
        </p:spPr>
        <p:txBody>
          <a:bodyPr anchor="b" bIns="45720" lIns="91440" rIns="91440" rtlCol="0" tIns="45720" vert="horz">
            <a:normAutofit/>
          </a:bodyPr>
          <a:p>
            <a:r>
              <a:rPr lang="en-US" smtClean="0"/>
              <a:t>Click to edit Master title style</a:t>
            </a:r>
            <a:endParaRPr dirty="0" lang="en-US"/>
          </a:p>
        </p:txBody>
      </p:sp>
      <p:sp>
        <p:nvSpPr>
          <p:cNvPr id="1048579" name="Text Placeholder 2"/>
          <p:cNvSpPr>
            <a:spLocks noGrp="1"/>
          </p:cNvSpPr>
          <p:nvPr>
            <p:ph type="body" idx="1"/>
          </p:nvPr>
        </p:nvSpPr>
        <p:spPr>
          <a:xfrm>
            <a:off x="1097280" y="1845734"/>
            <a:ext cx="10058400" cy="4023360"/>
          </a:xfrm>
          <a:prstGeom prst="rect"/>
        </p:spPr>
        <p:txBody>
          <a:bodyPr bIns="45720" lIns="0" rIns="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580" name="Date Placeholder 3"/>
          <p:cNvSpPr>
            <a:spLocks noGrp="1"/>
          </p:cNvSpPr>
          <p:nvPr>
            <p:ph type="dt" sz="half" idx="2"/>
          </p:nvPr>
        </p:nvSpPr>
        <p:spPr>
          <a:xfrm>
            <a:off x="1097280" y="6459785"/>
            <a:ext cx="2472271" cy="365125"/>
          </a:xfrm>
          <a:prstGeom prst="rect"/>
        </p:spPr>
        <p:txBody>
          <a:bodyPr anchor="ctr" bIns="45720" lIns="91440" rIns="91440" rtlCol="0" tIns="45720" vert="horz"/>
          <a:lstStyle>
            <a:lvl1pPr algn="l">
              <a:defRPr sz="900">
                <a:solidFill>
                  <a:srgbClr val="FFFFFF"/>
                </a:solidFill>
              </a:defRPr>
            </a:lvl1pPr>
          </a:lstStyle>
          <a:p>
            <a:fld id="{3774E52E-2884-4237-A056-12E4303A4885}" type="datetimeFigureOut">
              <a:rPr lang="en-US" smtClean="0"/>
              <a:t>9/24/2022</a:t>
            </a:fld>
            <a:endParaRPr lang="en-US"/>
          </a:p>
        </p:txBody>
      </p:sp>
      <p:sp>
        <p:nvSpPr>
          <p:cNvPr id="1048581" name="Footer Placeholder 4"/>
          <p:cNvSpPr>
            <a:spLocks noGrp="1"/>
          </p:cNvSpPr>
          <p:nvPr>
            <p:ph type="ftr" sz="quarter" idx="3"/>
          </p:nvPr>
        </p:nvSpPr>
        <p:spPr>
          <a:xfrm>
            <a:off x="3686185" y="6459785"/>
            <a:ext cx="4822804" cy="365125"/>
          </a:xfrm>
          <a:prstGeom prst="rect"/>
        </p:spPr>
        <p:txBody>
          <a:bodyPr anchor="ctr" bIns="45720" lIns="91440" rIns="91440" rtlCol="0" tIns="45720" vert="horz"/>
          <a:lstStyle>
            <a:lvl1pPr algn="ctr">
              <a:defRPr baseline="0" cap="all" sz="900">
                <a:solidFill>
                  <a:srgbClr val="FFFFFF"/>
                </a:solidFill>
              </a:defRPr>
            </a:lvl1pPr>
          </a:lstStyle>
          <a:p>
            <a:endParaRPr lang="en-US"/>
          </a:p>
        </p:txBody>
      </p:sp>
      <p:sp>
        <p:nvSpPr>
          <p:cNvPr id="1048582" name="Slide Number Placeholder 5"/>
          <p:cNvSpPr>
            <a:spLocks noGrp="1"/>
          </p:cNvSpPr>
          <p:nvPr>
            <p:ph type="sldNum" sz="quarter" idx="4"/>
          </p:nvPr>
        </p:nvSpPr>
        <p:spPr>
          <a:xfrm>
            <a:off x="9900458" y="6459785"/>
            <a:ext cx="1312025" cy="365125"/>
          </a:xfrm>
          <a:prstGeom prst="rect"/>
        </p:spPr>
        <p:txBody>
          <a:bodyPr anchor="ctr" bIns="45720" lIns="91440" rIns="91440" rtlCol="0" tIns="45720" vert="horz"/>
          <a:lstStyle>
            <a:lvl1pPr algn="r">
              <a:defRPr sz="1050">
                <a:solidFill>
                  <a:srgbClr val="FFFFFF"/>
                </a:solidFill>
              </a:defRPr>
            </a:lvl1pPr>
          </a:lstStyle>
          <a:p>
            <a:fld id="{7BBBA274-2174-49D1-B23A-8E6AE1A0B81F}" type="slidenum">
              <a:rPr lang="en-US" smtClean="0"/>
              <a:t>‹#›</a:t>
            </a:fld>
            <a:endParaRPr lang="en-US"/>
          </a:p>
        </p:txBody>
      </p:sp>
      <p:cxnSp>
        <p:nvCxnSpPr>
          <p:cNvPr id="3145728" name="Straight Connector 9"/>
          <p:cNvCxnSpPr>
            <a:cxnSpLocks/>
          </p:cNvCxnSpPr>
          <p:nvPr/>
        </p:nvCxnSpPr>
        <p:spPr>
          <a:xfrm>
            <a:off x="1193532" y="1737845"/>
            <a:ext cx="9966960" cy="0"/>
          </a:xfrm>
          <a:prstGeom prst="line"/>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85000"/>
        </a:lnSpc>
        <a:spcBef>
          <a:spcPct val="0"/>
        </a:spcBef>
        <a:buNone/>
        <a:defRPr baseline="0" sz="4800" kern="1200" spc="-50">
          <a:solidFill>
            <a:schemeClr val="tx1">
              <a:lumMod val="75000"/>
              <a:lumOff val="25000"/>
            </a:schemeClr>
          </a:solidFill>
          <a:latin typeface="+mj-lt"/>
          <a:ea typeface="+mj-ea"/>
          <a:cs typeface="+mj-cs"/>
        </a:defRPr>
      </a:lvl1pPr>
    </p:titleStyle>
    <p:bodyStyle>
      <a:lvl1pPr algn="l" defTabSz="914400" eaLnBrk="1" hangingPunct="1" indent="-91440" latinLnBrk="0" marL="91440" rtl="0">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algn="l" defTabSz="914400" eaLnBrk="1" hangingPunct="1" indent="-182880" latinLnBrk="0" marL="384048" rtl="0">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algn="l" defTabSz="914400" eaLnBrk="1" hangingPunct="1" indent="-182880" latinLnBrk="0" marL="566928" rtl="0">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algn="l" defTabSz="914400" eaLnBrk="1" hangingPunct="1" indent="-182880" latinLnBrk="0" marL="749808" rtl="0">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algn="l" defTabSz="914400" eaLnBrk="1" hangingPunct="1" indent="-182880" latinLnBrk="0" marL="932688" rtl="0">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algn="l" defTabSz="914400" eaLnBrk="1" hangingPunct="1" indent="-228600" latinLnBrk="0" marL="1100000" rtl="0">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algn="l" defTabSz="914400" eaLnBrk="1" hangingPunct="1" indent="-228600" latinLnBrk="0" marL="1300000" rtl="0">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algn="l" defTabSz="914400" eaLnBrk="1" hangingPunct="1" indent="-228600" latinLnBrk="0" marL="1500000" rtl="0">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algn="l" defTabSz="914400" eaLnBrk="1" hangingPunct="1" indent="-228600" latinLnBrk="0" marL="1700000" rtl="0">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90" name="Title 1"/>
          <p:cNvSpPr>
            <a:spLocks noGrp="1"/>
          </p:cNvSpPr>
          <p:nvPr>
            <p:ph type="ctrTitle"/>
          </p:nvPr>
        </p:nvSpPr>
        <p:spPr/>
        <p:txBody>
          <a:bodyPr/>
          <a:p>
            <a:r>
              <a:rPr b="1" dirty="0" lang="en-GB" smtClean="0"/>
              <a:t>WORK, POWER AND ENERGY</a:t>
            </a:r>
            <a:endParaRPr b="1" dirty="0" lang="en-US"/>
          </a:p>
        </p:txBody>
      </p:sp>
      <p:sp>
        <p:nvSpPr>
          <p:cNvPr id="1048591" name="Subtitle 2"/>
          <p:cNvSpPr>
            <a:spLocks noGrp="1"/>
          </p:cNvSpPr>
          <p:nvPr>
            <p:ph type="subTitle" idx="1"/>
          </p:nvPr>
        </p:nvSpPr>
        <p:spPr/>
        <p:txBody>
          <a:bodyPr/>
          <a:p>
            <a:r>
              <a:rPr b="1" lang="en-US" smtClean="0"/>
              <a:t>Presented By: Mr. mark ofori nketia</a:t>
            </a:r>
            <a:endParaRPr b="1" dirty="0" lang="en-US"/>
          </a:p>
        </p:txBody>
      </p:sp>
      <p:pic>
        <p:nvPicPr>
          <p:cNvPr id="2097152" name="Picture 4"/>
          <p:cNvPicPr>
            <a:picLocks noChangeAspect="1"/>
          </p:cNvPicPr>
          <p:nvPr/>
        </p:nvPicPr>
        <p:blipFill>
          <a:blip xmlns:r="http://schemas.openxmlformats.org/officeDocument/2006/relationships" r:embed="rId1"/>
          <a:stretch>
            <a:fillRect/>
          </a:stretch>
        </p:blipFill>
        <p:spPr>
          <a:xfrm>
            <a:off x="8156712" y="246614"/>
            <a:ext cx="3641450" cy="1820725"/>
          </a:xfrm>
          <a:prstGeom prst="rect"/>
        </p:spPr>
      </p:pic>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597" name="Title 1"/>
          <p:cNvSpPr>
            <a:spLocks noGrp="1"/>
          </p:cNvSpPr>
          <p:nvPr>
            <p:ph type="title"/>
          </p:nvPr>
        </p:nvSpPr>
        <p:spPr>
          <a:xfrm>
            <a:off x="1097280" y="286603"/>
            <a:ext cx="10058400" cy="1065119"/>
          </a:xfrm>
        </p:spPr>
        <p:txBody>
          <a:bodyPr/>
          <a:p>
            <a:r>
              <a:rPr b="1" lang="en-US" smtClean="0"/>
              <a:t>WORK</a:t>
            </a:r>
            <a:endParaRPr b="1" lang="en-US"/>
          </a:p>
        </p:txBody>
      </p:sp>
      <p:sp>
        <p:nvSpPr>
          <p:cNvPr id="1048598" name="Content Placeholder 2"/>
          <p:cNvSpPr>
            <a:spLocks noGrp="1"/>
          </p:cNvSpPr>
          <p:nvPr>
            <p:ph idx="1"/>
          </p:nvPr>
        </p:nvSpPr>
        <p:spPr/>
        <p:txBody>
          <a:bodyPr/>
          <a:p>
            <a:pPr>
              <a:lnSpc>
                <a:spcPct val="150000"/>
              </a:lnSpc>
            </a:pPr>
            <a:r>
              <a:rPr lang="en-US"/>
              <a:t>Let us suppose that a constant force F acting on an object results in </a:t>
            </a:r>
            <a:r>
              <a:rPr lang="en-US" smtClean="0"/>
              <a:t>displacement d </a:t>
            </a:r>
            <a:r>
              <a:rPr lang="en-US"/>
              <a:t>i.e. moves it by a distance d along a straight line on a horizontal surface, </a:t>
            </a:r>
            <a:r>
              <a:rPr lang="en-US" smtClean="0"/>
              <a:t>as shown </a:t>
            </a:r>
            <a:r>
              <a:rPr lang="en-US"/>
              <a:t>in </a:t>
            </a:r>
            <a:r>
              <a:rPr lang="en-US" smtClean="0"/>
              <a:t>below. </a:t>
            </a:r>
            <a:r>
              <a:rPr lang="en-US">
                <a:solidFill>
                  <a:srgbClr val="FF0000"/>
                </a:solidFill>
              </a:rPr>
              <a:t>The work done by a force is the product of the magnitude </a:t>
            </a:r>
            <a:r>
              <a:rPr lang="en-US" smtClean="0">
                <a:solidFill>
                  <a:srgbClr val="FF0000"/>
                </a:solidFill>
              </a:rPr>
              <a:t>of force </a:t>
            </a:r>
            <a:r>
              <a:rPr lang="en-US">
                <a:solidFill>
                  <a:srgbClr val="FF0000"/>
                </a:solidFill>
              </a:rPr>
              <a:t>component in the direction of displacement and the displacement of </a:t>
            </a:r>
            <a:r>
              <a:rPr lang="en-US" smtClean="0">
                <a:solidFill>
                  <a:srgbClr val="FF0000"/>
                </a:solidFill>
              </a:rPr>
              <a:t>this object. </a:t>
            </a:r>
            <a:r>
              <a:rPr lang="en-US" smtClean="0"/>
              <a:t>The </a:t>
            </a:r>
            <a:r>
              <a:rPr lang="en-US"/>
              <a:t>unit of work is </a:t>
            </a:r>
            <a:r>
              <a:rPr lang="en-US" smtClean="0"/>
              <a:t>joule.</a:t>
            </a:r>
            <a:r>
              <a:rPr i="1" lang="en-US"/>
              <a:t> One joule is defined, as the work done by a force of one newton when it </a:t>
            </a:r>
            <a:r>
              <a:rPr i="1" lang="en-US" smtClean="0"/>
              <a:t>produces a </a:t>
            </a:r>
            <a:r>
              <a:rPr i="1" lang="en-US"/>
              <a:t>displacement of one </a:t>
            </a:r>
            <a:r>
              <a:rPr i="1" lang="en-US" smtClean="0"/>
              <a:t>metre.</a:t>
            </a:r>
            <a:endParaRPr lang="en-US">
              <a:solidFill>
                <a:srgbClr val="FF0000"/>
              </a:solidFill>
            </a:endParaRPr>
          </a:p>
        </p:txBody>
      </p:sp>
      <p:pic>
        <p:nvPicPr>
          <p:cNvPr id="2097153" name="Picture 4"/>
          <p:cNvPicPr>
            <a:picLocks noChangeAspect="1"/>
          </p:cNvPicPr>
          <p:nvPr/>
        </p:nvPicPr>
        <p:blipFill>
          <a:blip xmlns:r="http://schemas.openxmlformats.org/officeDocument/2006/relationships" r:embed="rId1"/>
          <a:stretch>
            <a:fillRect/>
          </a:stretch>
        </p:blipFill>
        <p:spPr>
          <a:xfrm>
            <a:off x="2642756" y="4253513"/>
            <a:ext cx="7018078" cy="1913365"/>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599" name="Title 1"/>
          <p:cNvSpPr>
            <a:spLocks noGrp="1"/>
          </p:cNvSpPr>
          <p:nvPr>
            <p:ph type="title"/>
          </p:nvPr>
        </p:nvSpPr>
        <p:spPr/>
        <p:txBody>
          <a:bodyPr/>
          <a:p>
            <a:endParaRPr lang="en-US"/>
          </a:p>
        </p:txBody>
      </p:sp>
      <p:sp>
        <p:nvSpPr>
          <p:cNvPr id="1048600" name="Content Placeholder 2"/>
          <p:cNvSpPr>
            <a:spLocks noGrp="1"/>
          </p:cNvSpPr>
          <p:nvPr>
            <p:ph idx="1"/>
          </p:nvPr>
        </p:nvSpPr>
        <p:spPr/>
        <p:txBody>
          <a:bodyPr/>
          <a:p>
            <a:r>
              <a:rPr lang="en-US"/>
              <a:t>If force F is acting at angle θ with respect to the displacement d of the object, its</a:t>
            </a:r>
          </a:p>
          <a:p>
            <a:r>
              <a:rPr lang="en-US"/>
              <a:t>component along d will be F cos θ. Then work done by force F is given by</a:t>
            </a:r>
          </a:p>
          <a:p>
            <a:r>
              <a:rPr lang="en-US"/>
              <a:t>W = F cosθ.d </a:t>
            </a:r>
          </a:p>
          <a:p>
            <a:r>
              <a:rPr lang="en-US"/>
              <a:t>In vector form, the work done is given by:</a:t>
            </a:r>
          </a:p>
          <a:p>
            <a:r>
              <a:rPr lang="en-US"/>
              <a:t>W = F. d </a:t>
            </a:r>
          </a:p>
          <a:p>
            <a:r>
              <a:rPr lang="en-US"/>
              <a:t>Note that if d = 0, W = 0. That is, no work is done by a force, whatever its</a:t>
            </a:r>
          </a:p>
          <a:p>
            <a:r>
              <a:rPr lang="en-US"/>
              <a:t>magnitude, if there is no displacement of the object. Also note that though both</a:t>
            </a:r>
          </a:p>
          <a:p>
            <a:r>
              <a:rPr lang="en-US"/>
              <a:t>force and displacement are vectors, work is a scalar.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01" name="Title 1"/>
          <p:cNvSpPr>
            <a:spLocks noGrp="1"/>
          </p:cNvSpPr>
          <p:nvPr>
            <p:ph type="title"/>
          </p:nvPr>
        </p:nvSpPr>
        <p:spPr/>
        <p:txBody>
          <a:bodyPr/>
          <a:p>
            <a:r>
              <a:rPr b="1" lang="en-US" smtClean="0"/>
              <a:t>Dimensional </a:t>
            </a:r>
            <a:r>
              <a:rPr b="1" lang="en-US"/>
              <a:t>formula of </a:t>
            </a:r>
            <a:r>
              <a:rPr b="1" lang="en-US" smtClean="0"/>
              <a:t>work</a:t>
            </a:r>
            <a:endParaRPr b="1" lang="en-US"/>
          </a:p>
        </p:txBody>
      </p:sp>
      <p:sp>
        <p:nvSpPr>
          <p:cNvPr id="1048602" name="Content Placeholder 2"/>
          <p:cNvSpPr>
            <a:spLocks noGrp="1"/>
          </p:cNvSpPr>
          <p:nvPr>
            <p:ph idx="1"/>
          </p:nvPr>
        </p:nvSpPr>
        <p:spPr/>
        <p:txBody>
          <a:bodyPr>
            <a:normAutofit/>
          </a:bodyPr>
          <a:p>
            <a:r>
              <a:rPr sz="3200" lang="en-US"/>
              <a:t>W = Force × Distance</a:t>
            </a:r>
          </a:p>
          <a:p>
            <a:r>
              <a:rPr sz="3200" lang="en-US"/>
              <a:t>= Mass × Acceleration × distance</a:t>
            </a:r>
          </a:p>
          <a:p>
            <a:r>
              <a:rPr sz="3200" lang="en-US"/>
              <a:t>Dimension of work = [M] × [LT–²] × [L]</a:t>
            </a:r>
          </a:p>
          <a:p>
            <a:r>
              <a:rPr sz="3200" lang="en-US"/>
              <a:t>= [ML²T–2]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03" name="Title 1"/>
          <p:cNvSpPr>
            <a:spLocks noGrp="1"/>
          </p:cNvSpPr>
          <p:nvPr>
            <p:ph type="title"/>
          </p:nvPr>
        </p:nvSpPr>
        <p:spPr/>
        <p:txBody>
          <a:bodyPr/>
          <a:p>
            <a:r>
              <a:rPr lang="en-US" smtClean="0"/>
              <a:t>Example</a:t>
            </a:r>
            <a:endParaRPr lang="en-US"/>
          </a:p>
        </p:txBody>
      </p:sp>
      <p:sp>
        <p:nvSpPr>
          <p:cNvPr id="1048604" name="Content Placeholder 2"/>
          <p:cNvSpPr>
            <a:spLocks noGrp="1"/>
          </p:cNvSpPr>
          <p:nvPr>
            <p:ph idx="1"/>
          </p:nvPr>
        </p:nvSpPr>
        <p:spPr/>
        <p:txBody>
          <a:bodyPr>
            <a:normAutofit fontScale="85714" lnSpcReduction="20000"/>
          </a:bodyPr>
          <a:p>
            <a:r>
              <a:rPr sz="2800" lang="en-US"/>
              <a:t>A force of 6 N is applied on an object at an angle of 60º with the</a:t>
            </a:r>
          </a:p>
          <a:p>
            <a:r>
              <a:rPr sz="2800" lang="en-US"/>
              <a:t>horizontal. Calculate the work done in moving the object by 2m in the </a:t>
            </a:r>
            <a:r>
              <a:rPr sz="2800" lang="en-US" smtClean="0"/>
              <a:t>horizontal direction.</a:t>
            </a:r>
          </a:p>
          <a:p>
            <a:r>
              <a:rPr sz="2800" lang="en-US" smtClean="0">
                <a:solidFill>
                  <a:srgbClr val="FF0000"/>
                </a:solidFill>
              </a:rPr>
              <a:t>Solution:</a:t>
            </a:r>
          </a:p>
          <a:p>
            <a:r>
              <a:rPr sz="2800" lang="en-US" smtClean="0"/>
              <a:t>we </a:t>
            </a:r>
            <a:r>
              <a:rPr sz="2800" lang="en-US"/>
              <a:t>know that</a:t>
            </a:r>
          </a:p>
          <a:p>
            <a:r>
              <a:rPr sz="2800" i="1" lang="en-US"/>
              <a:t>W </a:t>
            </a:r>
            <a:r>
              <a:rPr sz="2800" lang="en-US"/>
              <a:t>= </a:t>
            </a:r>
            <a:r>
              <a:rPr sz="2800" i="1" lang="en-US"/>
              <a:t>Fd </a:t>
            </a:r>
            <a:r>
              <a:rPr sz="2800" lang="en-US"/>
              <a:t>cos</a:t>
            </a:r>
            <a:r>
              <a:rPr sz="2800" lang="el-GR"/>
              <a:t>θ</a:t>
            </a:r>
          </a:p>
          <a:p>
            <a:r>
              <a:rPr sz="2800" lang="en-US"/>
              <a:t>= 6×2 × cos 60º</a:t>
            </a:r>
          </a:p>
          <a:p>
            <a:r>
              <a:rPr sz="2800" lang="en-US"/>
              <a:t>= 6×2 × (½)</a:t>
            </a:r>
          </a:p>
          <a:p>
            <a:r>
              <a:rPr sz="2800" lang="en-US"/>
              <a:t>= 6 J</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05" name="Title 1"/>
          <p:cNvSpPr>
            <a:spLocks noGrp="1"/>
          </p:cNvSpPr>
          <p:nvPr>
            <p:ph type="title"/>
          </p:nvPr>
        </p:nvSpPr>
        <p:spPr/>
        <p:txBody>
          <a:bodyPr/>
          <a:p>
            <a:r>
              <a:rPr lang="en-US" smtClean="0"/>
              <a:t>Example 2:</a:t>
            </a:r>
            <a:endParaRPr lang="en-US"/>
          </a:p>
        </p:txBody>
      </p:sp>
      <p:sp>
        <p:nvSpPr>
          <p:cNvPr id="1048606" name="Content Placeholder 2"/>
          <p:cNvSpPr>
            <a:spLocks noGrp="1"/>
          </p:cNvSpPr>
          <p:nvPr>
            <p:ph idx="1"/>
          </p:nvPr>
        </p:nvSpPr>
        <p:spPr/>
        <p:txBody>
          <a:bodyPr>
            <a:normAutofit fontScale="90000" lnSpcReduction="10000"/>
          </a:bodyPr>
          <a:p>
            <a:r>
              <a:rPr lang="en-US"/>
              <a:t>A person lifts 5 kg potatoes from the ground floor to a height </a:t>
            </a:r>
            <a:r>
              <a:rPr lang="en-US" smtClean="0"/>
              <a:t>of 4m </a:t>
            </a:r>
            <a:r>
              <a:rPr lang="en-US"/>
              <a:t>to bring it to first floor. Calculate the work done</a:t>
            </a:r>
            <a:r>
              <a:rPr lang="en-US" smtClean="0"/>
              <a:t>.</a:t>
            </a:r>
          </a:p>
          <a:p>
            <a:r>
              <a:rPr b="1" lang="en-US" smtClean="0">
                <a:solidFill>
                  <a:srgbClr val="FF0000"/>
                </a:solidFill>
              </a:rPr>
              <a:t>Solution:</a:t>
            </a:r>
            <a:endParaRPr b="1" lang="en-US">
              <a:solidFill>
                <a:srgbClr val="FF0000"/>
              </a:solidFill>
            </a:endParaRPr>
          </a:p>
          <a:p>
            <a:r>
              <a:rPr lang="en-US"/>
              <a:t>Since the potatoes are lifted, work is being done against gravity.</a:t>
            </a:r>
          </a:p>
          <a:p>
            <a:r>
              <a:rPr lang="en-US"/>
              <a:t>Therefore, we can write</a:t>
            </a:r>
          </a:p>
          <a:p>
            <a:r>
              <a:rPr lang="en-US"/>
              <a:t>Force = </a:t>
            </a:r>
            <a:r>
              <a:rPr lang="en-US" smtClean="0"/>
              <a:t>-mg</a:t>
            </a:r>
            <a:endParaRPr lang="en-US"/>
          </a:p>
          <a:p>
            <a:r>
              <a:rPr lang="en-US"/>
              <a:t>= 5 kg× 9.8 m s–²</a:t>
            </a:r>
          </a:p>
          <a:p>
            <a:r>
              <a:rPr lang="en-US"/>
              <a:t>= 49 N</a:t>
            </a:r>
          </a:p>
          <a:p>
            <a:r>
              <a:rPr lang="en-US"/>
              <a:t>Work done = 49 × 4 (N m)</a:t>
            </a:r>
          </a:p>
          <a:p>
            <a:r>
              <a:rPr lang="en-US"/>
              <a:t>= </a:t>
            </a:r>
            <a:r>
              <a:rPr lang="en-US" smtClean="0"/>
              <a:t>-196 </a:t>
            </a:r>
            <a:r>
              <a:rPr lang="en-US"/>
              <a:t>J</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07" name="Title 1"/>
          <p:cNvSpPr>
            <a:spLocks noGrp="1"/>
          </p:cNvSpPr>
          <p:nvPr>
            <p:ph type="title"/>
          </p:nvPr>
        </p:nvSpPr>
        <p:spPr/>
        <p:txBody>
          <a:bodyPr/>
          <a:p>
            <a:r>
              <a:rPr b="1" lang="en-US" smtClean="0"/>
              <a:t>Positive and Negative Work Done</a:t>
            </a:r>
            <a:endParaRPr b="1" lang="en-US"/>
          </a:p>
        </p:txBody>
      </p:sp>
      <p:sp>
        <p:nvSpPr>
          <p:cNvPr id="1048608" name="Content Placeholder 2"/>
          <p:cNvSpPr>
            <a:spLocks noGrp="1"/>
          </p:cNvSpPr>
          <p:nvPr>
            <p:ph idx="1"/>
          </p:nvPr>
        </p:nvSpPr>
        <p:spPr/>
        <p:txBody>
          <a:bodyPr>
            <a:normAutofit/>
          </a:bodyPr>
          <a:p>
            <a:r>
              <a:rPr lang="en-US"/>
              <a:t>Positive work follows when the force has a component parallel to the displacement. Positive work adds energy to a system. Negative work follows when the force has a component opposite or against the displacement</a:t>
            </a:r>
            <a:r>
              <a:rPr lang="en-US" smtClean="0"/>
              <a:t>.</a:t>
            </a:r>
          </a:p>
          <a:p>
            <a:endParaRPr lang="en-US"/>
          </a:p>
          <a:p>
            <a:pPr>
              <a:buFont typeface="Wingdings" panose="05000000000000000000" pitchFamily="2" charset="2"/>
              <a:buChar char="v"/>
            </a:pPr>
            <a:r>
              <a:rPr lang="en-US"/>
              <a:t>When we press the accelerator of the car, the force is in the direction </a:t>
            </a:r>
            <a:r>
              <a:rPr lang="en-US" smtClean="0"/>
              <a:t>of motion </a:t>
            </a:r>
            <a:r>
              <a:rPr lang="en-US"/>
              <a:t>of the car. As a result, we increase the speed of the car. The </a:t>
            </a:r>
            <a:r>
              <a:rPr lang="en-US" smtClean="0"/>
              <a:t>work done </a:t>
            </a:r>
            <a:r>
              <a:rPr lang="en-US"/>
              <a:t>is positive.</a:t>
            </a:r>
          </a:p>
          <a:p>
            <a:pPr>
              <a:buFont typeface="Wingdings" panose="05000000000000000000" pitchFamily="2" charset="2"/>
              <a:buChar char="v"/>
            </a:pPr>
            <a:r>
              <a:rPr lang="en-US" smtClean="0"/>
              <a:t>When </a:t>
            </a:r>
            <a:r>
              <a:rPr lang="en-US"/>
              <a:t>we apply brakes of a car, the force is applied in a direction opposite </a:t>
            </a:r>
            <a:r>
              <a:rPr lang="en-US" smtClean="0"/>
              <a:t>to its </a:t>
            </a:r>
            <a:r>
              <a:rPr lang="en-US"/>
              <a:t>motion. The car loses speed and may finally come to rest. Negative </a:t>
            </a:r>
            <a:r>
              <a:rPr lang="en-US" smtClean="0"/>
              <a:t>work is </a:t>
            </a:r>
            <a:r>
              <a:rPr lang="en-US"/>
              <a:t>said to have been done.</a:t>
            </a:r>
          </a:p>
          <a:p>
            <a:pPr>
              <a:buFont typeface="Wingdings" panose="05000000000000000000" pitchFamily="2" charset="2"/>
              <a:buChar char="v"/>
            </a:pPr>
            <a:r>
              <a:rPr lang="en-US" smtClean="0"/>
              <a:t>In </a:t>
            </a:r>
            <a:r>
              <a:rPr lang="en-US"/>
              <a:t>case the applied force and displacement are as right angles, i.e. θ = 90º, </a:t>
            </a:r>
            <a:r>
              <a:rPr lang="en-US" smtClean="0"/>
              <a:t>no work </a:t>
            </a:r>
            <a:r>
              <a:rPr lang="en-US"/>
              <a:t>is said to be done.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pic>
        <p:nvPicPr>
          <p:cNvPr id="2097154" name="Content Placeholder 3"/>
          <p:cNvPicPr>
            <a:picLocks noChangeAspect="1" noGrp="1"/>
          </p:cNvPicPr>
          <p:nvPr>
            <p:ph idx="1"/>
          </p:nvPr>
        </p:nvPicPr>
        <p:blipFill>
          <a:blip xmlns:r="http://schemas.openxmlformats.org/officeDocument/2006/relationships" r:embed="rId1"/>
          <a:stretch>
            <a:fillRect/>
          </a:stretch>
        </p:blipFill>
        <p:spPr>
          <a:xfrm>
            <a:off x="2478155" y="1207273"/>
            <a:ext cx="6904383" cy="3866454"/>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09" name="Title 1"/>
          <p:cNvSpPr>
            <a:spLocks noGrp="1"/>
          </p:cNvSpPr>
          <p:nvPr>
            <p:ph type="title"/>
          </p:nvPr>
        </p:nvSpPr>
        <p:spPr/>
        <p:txBody>
          <a:bodyPr/>
          <a:p>
            <a:r>
              <a:rPr b="1" lang="en-US"/>
              <a:t>Work Done by the Force of Gravity</a:t>
            </a:r>
          </a:p>
        </p:txBody>
      </p:sp>
      <p:pic>
        <p:nvPicPr>
          <p:cNvPr id="2097155" name="Content Placeholder 3"/>
          <p:cNvPicPr>
            <a:picLocks noChangeAspect="1" noGrp="1"/>
          </p:cNvPicPr>
          <p:nvPr>
            <p:ph idx="1"/>
          </p:nvPr>
        </p:nvPicPr>
        <p:blipFill rotWithShape="1">
          <a:blip xmlns:r="http://schemas.openxmlformats.org/officeDocument/2006/relationships" r:embed="rId1"/>
          <a:srcRect l="26612" t="17026" r="30048" b="30594"/>
          <a:stretch>
            <a:fillRect/>
          </a:stretch>
        </p:blipFill>
        <p:spPr>
          <a:xfrm>
            <a:off x="3154017" y="1737360"/>
            <a:ext cx="5075583" cy="3448794"/>
          </a:xfrm>
          <a:prstGeom prst="rect"/>
        </p:spPr>
      </p:pic>
      <p:sp>
        <p:nvSpPr>
          <p:cNvPr id="1048610" name="Rectangle 4"/>
          <p:cNvSpPr/>
          <p:nvPr/>
        </p:nvSpPr>
        <p:spPr>
          <a:xfrm>
            <a:off x="3317019" y="5024571"/>
            <a:ext cx="2809461" cy="646331"/>
          </a:xfrm>
          <a:prstGeom prst="rect"/>
        </p:spPr>
        <p:txBody>
          <a:bodyPr wrap="square">
            <a:spAutoFit/>
          </a:bodyPr>
          <a:p>
            <a:r>
              <a:rPr lang="pl-PL"/>
              <a:t>W = Fd cos 0º</a:t>
            </a:r>
          </a:p>
          <a:p>
            <a:r>
              <a:rPr lang="pl-PL"/>
              <a:t>= </a:t>
            </a:r>
            <a:r>
              <a:rPr lang="en-US" smtClean="0"/>
              <a:t>-</a:t>
            </a:r>
            <a:r>
              <a:rPr lang="pl-PL" smtClean="0"/>
              <a:t> </a:t>
            </a:r>
            <a:r>
              <a:rPr lang="pl-PL"/>
              <a:t>mgh</a:t>
            </a:r>
            <a:endParaRPr lang="en-US"/>
          </a:p>
        </p:txBody>
      </p:sp>
      <p:sp>
        <p:nvSpPr>
          <p:cNvPr id="1048611" name="Rectangle 5"/>
          <p:cNvSpPr/>
          <p:nvPr/>
        </p:nvSpPr>
        <p:spPr>
          <a:xfrm>
            <a:off x="6096000" y="4862988"/>
            <a:ext cx="6096000" cy="646331"/>
          </a:xfrm>
          <a:prstGeom prst="rect"/>
        </p:spPr>
        <p:txBody>
          <a:bodyPr>
            <a:spAutoFit/>
          </a:bodyPr>
          <a:p>
            <a:r>
              <a:rPr i="1" lang="en-US">
                <a:latin typeface="Times-Italic"/>
              </a:rPr>
              <a:t>W </a:t>
            </a:r>
            <a:r>
              <a:rPr lang="en-US">
                <a:latin typeface="Times-Roman"/>
              </a:rPr>
              <a:t>= </a:t>
            </a:r>
            <a:r>
              <a:rPr i="1" lang="en-US">
                <a:latin typeface="Times-Italic"/>
              </a:rPr>
              <a:t>Fd </a:t>
            </a:r>
            <a:r>
              <a:rPr lang="en-US">
                <a:latin typeface="Times-Roman"/>
              </a:rPr>
              <a:t>cos 0º</a:t>
            </a:r>
          </a:p>
          <a:p>
            <a:r>
              <a:rPr lang="en-US">
                <a:latin typeface="Times-Roman"/>
              </a:rPr>
              <a:t>= + </a:t>
            </a:r>
            <a:r>
              <a:rPr i="1" lang="en-US">
                <a:latin typeface="Times-Italic"/>
              </a:rPr>
              <a:t>mgh</a:t>
            </a:r>
            <a:endParaRPr lang="en-US"/>
          </a:p>
        </p:txBody>
      </p:sp>
      <p:sp>
        <p:nvSpPr>
          <p:cNvPr id="1048612" name="Rectangle 6"/>
          <p:cNvSpPr/>
          <p:nvPr/>
        </p:nvSpPr>
        <p:spPr>
          <a:xfrm>
            <a:off x="548640" y="2355685"/>
            <a:ext cx="3042699" cy="1424941"/>
          </a:xfrm>
          <a:prstGeom prst="rect"/>
        </p:spPr>
        <p:txBody>
          <a:bodyPr wrap="square">
            <a:spAutoFit/>
          </a:bodyPr>
          <a:p>
            <a:r>
              <a:rPr i="1" lang="en-US" smtClean="0">
                <a:solidFill>
                  <a:srgbClr val="FF0000"/>
                </a:solidFill>
                <a:latin typeface="Times-Italic"/>
              </a:rPr>
              <a:t>Negative work done  </a:t>
            </a:r>
          </a:p>
          <a:p>
            <a:endParaRPr i="1" lang="en-US">
              <a:latin typeface="Times-Italic"/>
            </a:endParaRPr>
          </a:p>
          <a:p>
            <a:r>
              <a:rPr i="1" lang="en-US" smtClean="0">
                <a:latin typeface="Times-Italic"/>
              </a:rPr>
              <a:t>Objective is lifted up. </a:t>
            </a:r>
          </a:p>
          <a:p>
            <a:r>
              <a:rPr i="1" lang="en-US" smtClean="0">
                <a:latin typeface="Times-Italic"/>
              </a:rPr>
              <a:t>The force moves opposite </a:t>
            </a:r>
          </a:p>
          <a:p>
            <a:r>
              <a:rPr i="1" lang="en-US" smtClean="0">
                <a:latin typeface="Times-Italic"/>
              </a:rPr>
              <a:t>to gravitational force        </a:t>
            </a:r>
            <a:endParaRPr lang="en-US">
              <a:latin typeface="Times-Roman"/>
            </a:endParaRPr>
          </a:p>
        </p:txBody>
      </p:sp>
      <p:sp>
        <p:nvSpPr>
          <p:cNvPr id="1048613" name="Rectangle 8"/>
          <p:cNvSpPr/>
          <p:nvPr/>
        </p:nvSpPr>
        <p:spPr>
          <a:xfrm>
            <a:off x="8171291" y="2355685"/>
            <a:ext cx="3042699" cy="1691641"/>
          </a:xfrm>
          <a:prstGeom prst="rect"/>
        </p:spPr>
        <p:txBody>
          <a:bodyPr wrap="square">
            <a:spAutoFit/>
          </a:bodyPr>
          <a:p>
            <a:r>
              <a:rPr i="1" lang="en-US" smtClean="0">
                <a:solidFill>
                  <a:srgbClr val="FF0000"/>
                </a:solidFill>
                <a:latin typeface="Times-Italic"/>
              </a:rPr>
              <a:t>Positive work done  </a:t>
            </a:r>
          </a:p>
          <a:p>
            <a:endParaRPr i="1" lang="en-US">
              <a:latin typeface="Times-Italic"/>
            </a:endParaRPr>
          </a:p>
          <a:p>
            <a:r>
              <a:rPr i="1" lang="en-US" smtClean="0">
                <a:latin typeface="Times-Italic"/>
              </a:rPr>
              <a:t>Objective moves down. </a:t>
            </a:r>
          </a:p>
          <a:p>
            <a:r>
              <a:rPr i="1" lang="en-US" smtClean="0">
                <a:latin typeface="Times-Italic"/>
              </a:rPr>
              <a:t>The force moves in the direction of gravitational force        </a:t>
            </a:r>
            <a:endParaRPr lang="en-US">
              <a:latin typeface="Times-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14" name="Title 1"/>
          <p:cNvSpPr>
            <a:spLocks noGrp="1"/>
          </p:cNvSpPr>
          <p:nvPr>
            <p:ph type="title"/>
          </p:nvPr>
        </p:nvSpPr>
        <p:spPr/>
        <p:txBody>
          <a:bodyPr/>
          <a:p>
            <a:r>
              <a:rPr lang="en-US" smtClean="0"/>
              <a:t>Question</a:t>
            </a:r>
            <a:endParaRPr lang="en-US"/>
          </a:p>
        </p:txBody>
      </p:sp>
      <p:sp>
        <p:nvSpPr>
          <p:cNvPr id="1048615" name="Content Placeholder 2"/>
          <p:cNvSpPr>
            <a:spLocks noGrp="1"/>
          </p:cNvSpPr>
          <p:nvPr>
            <p:ph idx="1"/>
          </p:nvPr>
        </p:nvSpPr>
        <p:spPr/>
        <p:txBody>
          <a:bodyPr/>
          <a:p>
            <a:r>
              <a:rPr lang="en-US"/>
              <a:t>A force </a:t>
            </a:r>
            <a:r>
              <a:rPr b="1" lang="en-US"/>
              <a:t>F = </a:t>
            </a:r>
            <a:r>
              <a:rPr lang="en-US"/>
              <a:t>(5ˆ</a:t>
            </a:r>
            <a:r>
              <a:rPr b="1" lang="en-US"/>
              <a:t>i </a:t>
            </a:r>
            <a:r>
              <a:rPr lang="en-US"/>
              <a:t>+3 ˆ</a:t>
            </a:r>
            <a:r>
              <a:rPr b="1" lang="en-US"/>
              <a:t>j </a:t>
            </a:r>
            <a:r>
              <a:rPr lang="en-US"/>
              <a:t>) acts on a particle to give a displacement </a:t>
            </a:r>
            <a:r>
              <a:rPr b="1" lang="en-US"/>
              <a:t>d = </a:t>
            </a:r>
            <a:r>
              <a:rPr lang="en-US"/>
              <a:t>(3ˆ</a:t>
            </a:r>
            <a:r>
              <a:rPr b="1" lang="en-US"/>
              <a:t>i </a:t>
            </a:r>
            <a:r>
              <a:rPr lang="en-US"/>
              <a:t>+ 4 ˆ</a:t>
            </a:r>
            <a:r>
              <a:rPr b="1" lang="en-US"/>
              <a:t>j </a:t>
            </a:r>
            <a:r>
              <a:rPr lang="en-US"/>
              <a:t>)m</a:t>
            </a:r>
          </a:p>
          <a:p>
            <a:r>
              <a:rPr lang="en-US"/>
              <a:t>(a) Calculate the magnitude of displacement</a:t>
            </a:r>
          </a:p>
          <a:p>
            <a:r>
              <a:rPr lang="en-US"/>
              <a:t>(b) Calculate the magnitude of force.</a:t>
            </a:r>
          </a:p>
          <a:p>
            <a:r>
              <a:rPr lang="en-US"/>
              <a:t>(c) How much work is done by the force?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16" name="Title 1"/>
          <p:cNvSpPr>
            <a:spLocks noGrp="1"/>
          </p:cNvSpPr>
          <p:nvPr>
            <p:ph type="title"/>
          </p:nvPr>
        </p:nvSpPr>
        <p:spPr>
          <a:xfrm>
            <a:off x="838200" y="365126"/>
            <a:ext cx="10515600" cy="587912"/>
          </a:xfrm>
        </p:spPr>
        <p:txBody>
          <a:bodyPr>
            <a:normAutofit fontScale="90000"/>
          </a:bodyPr>
          <a:p>
            <a:r>
              <a:rPr b="1" dirty="0" lang="en-GB" smtClean="0"/>
              <a:t>Work Done by a Spring</a:t>
            </a:r>
            <a:endParaRPr b="1" dirty="0" lang="en-US"/>
          </a:p>
        </p:txBody>
      </p:sp>
      <p:pic>
        <p:nvPicPr>
          <p:cNvPr id="2097156" name="Content Placeholder 5"/>
          <p:cNvPicPr>
            <a:picLocks noChangeAspect="1" noGrp="1"/>
          </p:cNvPicPr>
          <p:nvPr>
            <p:ph idx="1"/>
          </p:nvPr>
        </p:nvPicPr>
        <p:blipFill>
          <a:blip xmlns:r="http://schemas.openxmlformats.org/officeDocument/2006/relationships" r:embed="rId1"/>
          <a:stretch>
            <a:fillRect/>
          </a:stretch>
        </p:blipFill>
        <p:spPr>
          <a:xfrm>
            <a:off x="1733888" y="1313645"/>
            <a:ext cx="6946473" cy="3272435"/>
          </a:xfrm>
          <a:prstGeom prst="rect"/>
        </p:spPr>
      </p:pic>
      <p:sp>
        <p:nvSpPr>
          <p:cNvPr id="1048617" name="Rectangle 6"/>
          <p:cNvSpPr/>
          <p:nvPr/>
        </p:nvSpPr>
        <p:spPr>
          <a:xfrm>
            <a:off x="838201" y="4549676"/>
            <a:ext cx="10881574" cy="1691641"/>
          </a:xfrm>
          <a:prstGeom prst="rect"/>
        </p:spPr>
        <p:txBody>
          <a:bodyPr wrap="square">
            <a:spAutoFit/>
          </a:bodyPr>
          <a:p>
            <a:r>
              <a:rPr dirty="0" lang="en-US" smtClean="0"/>
              <a:t>A spring-mass system whose one end is rigidly fixed and mass m, rests on a</a:t>
            </a:r>
          </a:p>
          <a:p>
            <a:r>
              <a:rPr dirty="0" lang="en-US" smtClean="0"/>
              <a:t>smooth horizontal surface. </a:t>
            </a:r>
          </a:p>
          <a:p>
            <a:r>
              <a:rPr dirty="0" lang="en-US" smtClean="0"/>
              <a:t>(a) The relaxed position of the spring’s, free end at x = 0;</a:t>
            </a:r>
          </a:p>
          <a:p>
            <a:pPr algn="just"/>
            <a:r>
              <a:rPr dirty="0" lang="en-US" smtClean="0"/>
              <a:t>(b) The spring is compressed by applying external force F and </a:t>
            </a:r>
          </a:p>
          <a:p>
            <a:pPr algn="just"/>
            <a:r>
              <a:rPr dirty="0" lang="en-US" smtClean="0"/>
              <a:t>(c) Pulled or elongated</a:t>
            </a:r>
          </a:p>
          <a:p>
            <a:r>
              <a:rPr dirty="0" lang="en-US" smtClean="0"/>
              <a:t>by an external force F. The maximum compression/ elongation is </a:t>
            </a:r>
            <a:r>
              <a:rPr dirty="0" lang="en-US" err="1" smtClean="0"/>
              <a:t>xm</a:t>
            </a:r>
            <a:r>
              <a:rPr dirty="0" lang="en-US" smtClean="0"/>
              <a:t>.</a:t>
            </a:r>
            <a:endParaRPr dirty="0" lang="en-US"/>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18" name="Title 1"/>
          <p:cNvSpPr>
            <a:spLocks noGrp="1"/>
          </p:cNvSpPr>
          <p:nvPr>
            <p:ph type="title"/>
          </p:nvPr>
        </p:nvSpPr>
        <p:spPr/>
        <p:txBody>
          <a:bodyPr/>
          <a:p>
            <a:endParaRPr lang="en-US"/>
          </a:p>
        </p:txBody>
      </p:sp>
      <p:sp>
        <p:nvSpPr>
          <p:cNvPr id="1048619" name="Content Placeholder 2"/>
          <p:cNvSpPr>
            <a:spLocks noGrp="1"/>
          </p:cNvSpPr>
          <p:nvPr>
            <p:ph idx="1"/>
          </p:nvPr>
        </p:nvSpPr>
        <p:spPr/>
        <p:txBody>
          <a:bodyPr/>
          <a:p>
            <a:r>
              <a:rPr dirty="0" lang="en-US" smtClean="0"/>
              <a:t>According to Hooke’s law (true for small x only), |Fs | = </a:t>
            </a:r>
            <a:r>
              <a:rPr dirty="0" lang="en-US" err="1" smtClean="0"/>
              <a:t>kx</a:t>
            </a:r>
            <a:r>
              <a:rPr dirty="0" lang="en-US" smtClean="0"/>
              <a:t>, where k is known as spring constant. Since the direction of Fs is always opposite to compression (or extension), it is written as : F = Fs = – </a:t>
            </a:r>
            <a:r>
              <a:rPr dirty="0" lang="en-US" err="1" smtClean="0"/>
              <a:t>kx</a:t>
            </a:r>
            <a:endParaRPr dirty="0" lang="en-US" smtClean="0"/>
          </a:p>
          <a:p>
            <a:pPr lvl="0"/>
            <a:r>
              <a:rPr dirty="0" lang="en-US" smtClean="0"/>
              <a:t>“the work done by the external force is positive but the work done by the spring force is negative and its magnitude is (½) </a:t>
            </a:r>
            <a:r>
              <a:rPr dirty="0" lang="en-US"/>
              <a:t>Kx</a:t>
            </a:r>
            <a:r>
              <a:rPr baseline="30000" dirty="0" lang="en-US"/>
              <a:t>2</a:t>
            </a:r>
            <a:endParaRPr dirty="0" lang="en-US"/>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20" name="Title 1"/>
          <p:cNvSpPr>
            <a:spLocks noGrp="1"/>
          </p:cNvSpPr>
          <p:nvPr>
            <p:ph type="title"/>
          </p:nvPr>
        </p:nvSpPr>
        <p:spPr/>
        <p:txBody>
          <a:bodyPr>
            <a:normAutofit/>
          </a:bodyPr>
          <a:p>
            <a:r>
              <a:rPr b="1" dirty="0" sz="4000" lang="en-GB" smtClean="0"/>
              <a:t>Graphical Presentation of Work done by a Spring</a:t>
            </a:r>
            <a:endParaRPr b="1" dirty="0" sz="4000" lang="en-US"/>
          </a:p>
        </p:txBody>
      </p:sp>
      <p:pic>
        <p:nvPicPr>
          <p:cNvPr id="2097157" name="Content Placeholder 5"/>
          <p:cNvPicPr>
            <a:picLocks noChangeAspect="1" noGrp="1"/>
          </p:cNvPicPr>
          <p:nvPr>
            <p:ph idx="1"/>
          </p:nvPr>
        </p:nvPicPr>
        <p:blipFill>
          <a:blip xmlns:r="http://schemas.openxmlformats.org/officeDocument/2006/relationships" r:embed="rId1"/>
          <a:stretch>
            <a:fillRect/>
          </a:stretch>
        </p:blipFill>
        <p:spPr>
          <a:xfrm>
            <a:off x="373487" y="1600536"/>
            <a:ext cx="6194392" cy="2907070"/>
          </a:xfrm>
          <a:prstGeom prst="rect"/>
        </p:spPr>
      </p:pic>
      <p:pic>
        <p:nvPicPr>
          <p:cNvPr id="2097158" name="Picture 7"/>
          <p:cNvPicPr>
            <a:picLocks noChangeAspect="1"/>
          </p:cNvPicPr>
          <p:nvPr/>
        </p:nvPicPr>
        <p:blipFill>
          <a:blip xmlns:r="http://schemas.openxmlformats.org/officeDocument/2006/relationships" r:embed="rId2"/>
          <a:stretch>
            <a:fillRect/>
          </a:stretch>
        </p:blipFill>
        <p:spPr>
          <a:xfrm>
            <a:off x="6127059" y="1600536"/>
            <a:ext cx="5226741" cy="2482067"/>
          </a:xfrm>
          <a:prstGeom prst="rect"/>
        </p:spPr>
      </p:pic>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21" name="Title 1"/>
          <p:cNvSpPr>
            <a:spLocks noGrp="1"/>
          </p:cNvSpPr>
          <p:nvPr>
            <p:ph type="title"/>
          </p:nvPr>
        </p:nvSpPr>
        <p:spPr/>
        <p:txBody>
          <a:bodyPr/>
          <a:p>
            <a:r>
              <a:rPr dirty="0" lang="en-GB" smtClean="0"/>
              <a:t>Example:</a:t>
            </a:r>
            <a:endParaRPr dirty="0" lang="en-US"/>
          </a:p>
        </p:txBody>
      </p:sp>
      <p:pic>
        <p:nvPicPr>
          <p:cNvPr id="2097159" name="Content Placeholder 5"/>
          <p:cNvPicPr>
            <a:picLocks noChangeAspect="1" noGrp="1"/>
          </p:cNvPicPr>
          <p:nvPr>
            <p:ph idx="1"/>
          </p:nvPr>
        </p:nvPicPr>
        <p:blipFill rotWithShape="1">
          <a:blip xmlns:r="http://schemas.openxmlformats.org/officeDocument/2006/relationships" r:embed="rId1"/>
          <a:srcRect t="37124"/>
          <a:stretch>
            <a:fillRect/>
          </a:stretch>
        </p:blipFill>
        <p:spPr>
          <a:xfrm>
            <a:off x="1799533" y="3382256"/>
            <a:ext cx="7614139" cy="2385181"/>
          </a:xfrm>
          <a:prstGeom prst="rect"/>
        </p:spPr>
      </p:pic>
      <p:sp>
        <p:nvSpPr>
          <p:cNvPr id="1048622" name="Rectangle 6"/>
          <p:cNvSpPr/>
          <p:nvPr/>
        </p:nvSpPr>
        <p:spPr>
          <a:xfrm>
            <a:off x="838200" y="1550525"/>
            <a:ext cx="9838386" cy="646331"/>
          </a:xfrm>
          <a:prstGeom prst="rect"/>
        </p:spPr>
        <p:txBody>
          <a:bodyPr wrap="square">
            <a:spAutoFit/>
          </a:bodyPr>
          <a:p>
            <a:r>
              <a:rPr dirty="0" lang="en-US" smtClean="0"/>
              <a:t>A mass of 2 kg is attached to a light spring of force constant</a:t>
            </a:r>
          </a:p>
          <a:p>
            <a:r>
              <a:rPr dirty="0" lang="en-US" smtClean="0"/>
              <a:t>k =100 Nm–1. Calculate the work done by an external force in stretching the     spring by 10 cm.</a:t>
            </a:r>
            <a:endParaRPr dirty="0" lang="en-US"/>
          </a:p>
        </p:txBody>
      </p:sp>
      <p:sp>
        <p:nvSpPr>
          <p:cNvPr id="1048623" name="Rectangle 7"/>
          <p:cNvSpPr/>
          <p:nvPr/>
        </p:nvSpPr>
        <p:spPr>
          <a:xfrm>
            <a:off x="716924" y="2685403"/>
            <a:ext cx="6096000" cy="369332"/>
          </a:xfrm>
          <a:prstGeom prst="rect"/>
        </p:spPr>
        <p:txBody>
          <a:bodyPr>
            <a:spAutoFit/>
          </a:bodyPr>
          <a:p>
            <a:r>
              <a:rPr b="1" dirty="0" lang="en-US" smtClean="0"/>
              <a:t>Solution:</a:t>
            </a:r>
            <a:endParaRPr b="1" dirty="0" lang="en-US"/>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24" name="Title 1"/>
          <p:cNvSpPr>
            <a:spLocks noGrp="1"/>
          </p:cNvSpPr>
          <p:nvPr>
            <p:ph type="title"/>
          </p:nvPr>
        </p:nvSpPr>
        <p:spPr/>
        <p:txBody>
          <a:bodyPr/>
          <a:p>
            <a:r>
              <a:rPr dirty="0" lang="en-GB" smtClean="0"/>
              <a:t>POWER</a:t>
            </a:r>
            <a:endParaRPr dirty="0" lang="en-US"/>
          </a:p>
        </p:txBody>
      </p:sp>
      <p:sp>
        <p:nvSpPr>
          <p:cNvPr id="1048625" name="Content Placeholder 2"/>
          <p:cNvSpPr>
            <a:spLocks noGrp="1"/>
          </p:cNvSpPr>
          <p:nvPr>
            <p:ph idx="1"/>
          </p:nvPr>
        </p:nvSpPr>
        <p:spPr/>
        <p:txBody>
          <a:bodyPr/>
          <a:p>
            <a:r>
              <a:rPr dirty="0" lang="en-US" err="1" smtClean="0"/>
              <a:t>Definintion</a:t>
            </a:r>
            <a:r>
              <a:rPr dirty="0" lang="en-US" smtClean="0"/>
              <a:t>: The rate at which work is done is called power.</a:t>
            </a:r>
          </a:p>
          <a:p>
            <a:r>
              <a:rPr dirty="0" lang="en-GB" smtClean="0"/>
              <a:t>The unit of power is </a:t>
            </a:r>
            <a:r>
              <a:rPr dirty="0" lang="en-US" smtClean="0"/>
              <a:t>joule/ second = watt</a:t>
            </a:r>
          </a:p>
          <a:p>
            <a:r>
              <a:rPr dirty="0" lang="en-US" smtClean="0"/>
              <a:t>If ΔW work is done in time </a:t>
            </a:r>
            <a:r>
              <a:rPr dirty="0" lang="en-US" err="1" smtClean="0"/>
              <a:t>Δt</a:t>
            </a:r>
            <a:r>
              <a:rPr dirty="0" lang="en-US" smtClean="0"/>
              <a:t>, the average power is defined as </a:t>
            </a:r>
          </a:p>
          <a:p>
            <a:pPr indent="0" marL="0">
              <a:buNone/>
            </a:pPr>
            <a:r>
              <a:rPr dirty="0" lang="en-US"/>
              <a:t> </a:t>
            </a:r>
            <a:r>
              <a:rPr dirty="0" lang="en-US" smtClean="0"/>
              <a:t>  Average Power = </a:t>
            </a:r>
            <a:r>
              <a:rPr dirty="0" lang="en-US" u="sng" smtClean="0"/>
              <a:t>Work done </a:t>
            </a:r>
          </a:p>
          <a:p>
            <a:pPr indent="0" marL="0">
              <a:buNone/>
            </a:pPr>
            <a:r>
              <a:rPr dirty="0" lang="en-US"/>
              <a:t> </a:t>
            </a:r>
            <a:r>
              <a:rPr dirty="0" lang="en-US" smtClean="0"/>
              <a:t>                                 time taken</a:t>
            </a:r>
            <a:endParaRPr dirty="0" lang="en-US"/>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26" name="Title 1"/>
          <p:cNvSpPr>
            <a:spLocks noGrp="1"/>
          </p:cNvSpPr>
          <p:nvPr>
            <p:ph type="title"/>
          </p:nvPr>
        </p:nvSpPr>
        <p:spPr/>
        <p:txBody>
          <a:bodyPr/>
          <a:p>
            <a:r>
              <a:rPr dirty="0" lang="en-US" smtClean="0"/>
              <a:t>The dimensions of power</a:t>
            </a:r>
            <a:endParaRPr dirty="0" lang="en-US"/>
          </a:p>
        </p:txBody>
      </p:sp>
      <p:sp>
        <p:nvSpPr>
          <p:cNvPr id="1048627" name="Content Placeholder 2"/>
          <p:cNvSpPr>
            <a:spLocks noGrp="1"/>
          </p:cNvSpPr>
          <p:nvPr>
            <p:ph idx="1"/>
          </p:nvPr>
        </p:nvSpPr>
        <p:spPr/>
        <p:txBody>
          <a:bodyPr/>
          <a:p>
            <a:r>
              <a:rPr dirty="0" lang="en-US" smtClean="0"/>
              <a:t>P = </a:t>
            </a:r>
            <a:r>
              <a:rPr dirty="0" lang="en-US" u="sng" smtClean="0"/>
              <a:t>Work </a:t>
            </a:r>
          </a:p>
          <a:p>
            <a:pPr indent="0" marL="0">
              <a:buNone/>
            </a:pPr>
            <a:r>
              <a:rPr dirty="0" lang="en-US"/>
              <a:t> </a:t>
            </a:r>
            <a:r>
              <a:rPr dirty="0" lang="en-US" smtClean="0"/>
              <a:t>        Time</a:t>
            </a:r>
          </a:p>
          <a:p>
            <a:pPr indent="0" marL="0">
              <a:buNone/>
            </a:pPr>
            <a:endParaRPr dirty="0" lang="en-US"/>
          </a:p>
        </p:txBody>
      </p:sp>
      <p:pic>
        <p:nvPicPr>
          <p:cNvPr id="2097160" name="Picture 3"/>
          <p:cNvPicPr>
            <a:picLocks noChangeAspect="1"/>
          </p:cNvPicPr>
          <p:nvPr/>
        </p:nvPicPr>
        <p:blipFill rotWithShape="1">
          <a:blip xmlns:r="http://schemas.openxmlformats.org/officeDocument/2006/relationships" r:embed="rId1"/>
          <a:srcRect l="38979" t="40746" r="23838" b="32574"/>
          <a:stretch>
            <a:fillRect/>
          </a:stretch>
        </p:blipFill>
        <p:spPr>
          <a:xfrm>
            <a:off x="528032" y="2949263"/>
            <a:ext cx="6903077" cy="2784764"/>
          </a:xfrm>
          <a:prstGeom prst="rect"/>
        </p:spPr>
      </p:pic>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28" name="Title 1"/>
          <p:cNvSpPr>
            <a:spLocks noGrp="1"/>
          </p:cNvSpPr>
          <p:nvPr>
            <p:ph type="title"/>
          </p:nvPr>
        </p:nvSpPr>
        <p:spPr/>
        <p:txBody>
          <a:bodyPr/>
          <a:p>
            <a:r>
              <a:rPr dirty="0" lang="en-US" smtClean="0"/>
              <a:t>ENERGY</a:t>
            </a:r>
            <a:endParaRPr dirty="0" lang="en-US"/>
          </a:p>
        </p:txBody>
      </p:sp>
      <p:sp>
        <p:nvSpPr>
          <p:cNvPr id="1048629" name="Content Placeholder 2"/>
          <p:cNvSpPr>
            <a:spLocks noGrp="1"/>
          </p:cNvSpPr>
          <p:nvPr>
            <p:ph idx="1"/>
          </p:nvPr>
        </p:nvSpPr>
        <p:spPr/>
        <p:txBody>
          <a:bodyPr/>
          <a:p>
            <a:pPr algn="just">
              <a:lnSpc>
                <a:spcPct val="100000"/>
              </a:lnSpc>
            </a:pPr>
            <a:r>
              <a:rPr dirty="0" lang="en-US" smtClean="0"/>
              <a:t>As you know, </a:t>
            </a:r>
            <a:r>
              <a:rPr b="1" dirty="0" lang="en-US" smtClean="0"/>
              <a:t>the capacity to do work is called energy</a:t>
            </a:r>
            <a:r>
              <a:rPr dirty="0" lang="en-US" smtClean="0"/>
              <a:t>. If a system (object) has energy, it has ability to do work. An automobile moving on a road uses chemical energy of fuel (CNG, petrol, diesel). It can push an object which comes on its way to some distance. Thus it can do work. All moving objects possess energy because they can do work before they come to rest. We call this kind of energy as kinetic energy. </a:t>
            </a:r>
          </a:p>
          <a:p>
            <a:pPr algn="just">
              <a:lnSpc>
                <a:spcPct val="100000"/>
              </a:lnSpc>
            </a:pPr>
            <a:r>
              <a:rPr b="1" dirty="0" lang="en-US" smtClean="0"/>
              <a:t>Kinetic energy is the energy of an object because of its motion</a:t>
            </a:r>
            <a:endParaRPr b="1" dirty="0" lang="en-US"/>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30" name="Title 1"/>
          <p:cNvSpPr>
            <a:spLocks noGrp="1"/>
          </p:cNvSpPr>
          <p:nvPr>
            <p:ph type="title"/>
          </p:nvPr>
        </p:nvSpPr>
        <p:spPr/>
        <p:txBody>
          <a:bodyPr/>
          <a:p>
            <a:endParaRPr lang="en-US"/>
          </a:p>
        </p:txBody>
      </p:sp>
      <p:sp>
        <p:nvSpPr>
          <p:cNvPr id="1048631" name="Content Placeholder 2"/>
          <p:cNvSpPr>
            <a:spLocks noGrp="1"/>
          </p:cNvSpPr>
          <p:nvPr>
            <p:ph idx="1"/>
          </p:nvPr>
        </p:nvSpPr>
        <p:spPr/>
        <p:txBody>
          <a:bodyPr/>
          <a:p>
            <a:r>
              <a:rPr dirty="0" lang="en-US" smtClean="0"/>
              <a:t>Let us consider an object of mass m moving along a straight line when a constant force of magnitude F acts on it along the direction of motion. This force produces a uniform acceleration a such that</a:t>
            </a:r>
          </a:p>
          <a:p>
            <a:pPr indent="0" marL="0">
              <a:buNone/>
            </a:pPr>
            <a:r>
              <a:rPr dirty="0" lang="en-US" smtClean="0"/>
              <a:t> F = ma. </a:t>
            </a:r>
            <a:r>
              <a:rPr dirty="0" lang="en-US"/>
              <a:t> </a:t>
            </a:r>
          </a:p>
          <a:p>
            <a:pPr lvl="0"/>
            <a:r>
              <a:rPr dirty="0" lang="en-US"/>
              <a:t>Let v</a:t>
            </a:r>
            <a:r>
              <a:rPr baseline="-25000" dirty="0" lang="en-US"/>
              <a:t>1</a:t>
            </a:r>
            <a:r>
              <a:rPr dirty="0" lang="en-US"/>
              <a:t> be the speed of the object at time t</a:t>
            </a:r>
            <a:r>
              <a:rPr baseline="-25000" dirty="0" lang="en-US"/>
              <a:t> 1</a:t>
            </a:r>
            <a:r>
              <a:rPr dirty="0" lang="en-US"/>
              <a:t> . This speed becomes v</a:t>
            </a:r>
            <a:r>
              <a:rPr baseline="-25000" dirty="0" lang="en-US"/>
              <a:t>2</a:t>
            </a:r>
            <a:r>
              <a:rPr dirty="0" lang="en-US"/>
              <a:t> at another instant of time t </a:t>
            </a:r>
            <a:r>
              <a:rPr baseline="-25000" dirty="0" lang="en-US"/>
              <a:t>2</a:t>
            </a:r>
            <a:r>
              <a:rPr dirty="0" lang="en-US"/>
              <a:t> . During this interval of time t = (t </a:t>
            </a:r>
            <a:r>
              <a:rPr baseline="-25000" dirty="0" lang="en-US"/>
              <a:t>2</a:t>
            </a:r>
            <a:r>
              <a:rPr dirty="0" lang="en-US"/>
              <a:t> – t </a:t>
            </a:r>
            <a:r>
              <a:rPr baseline="-25000" dirty="0" lang="en-US"/>
              <a:t>1</a:t>
            </a:r>
            <a:r>
              <a:rPr dirty="0" lang="en-US"/>
              <a:t> ), the object covers a distance, s. Using Equations of Motion, we can write  </a:t>
            </a:r>
          </a:p>
        </p:txBody>
      </p:sp>
      <p:pic>
        <p:nvPicPr>
          <p:cNvPr id="2097161" name="Picture 4"/>
          <p:cNvPicPr>
            <a:picLocks noChangeAspect="1"/>
          </p:cNvPicPr>
          <p:nvPr/>
        </p:nvPicPr>
        <p:blipFill>
          <a:blip xmlns:r="http://schemas.openxmlformats.org/officeDocument/2006/relationships" r:embed="rId1"/>
          <a:stretch>
            <a:fillRect/>
          </a:stretch>
        </p:blipFill>
        <p:spPr>
          <a:xfrm>
            <a:off x="3532866" y="5127867"/>
            <a:ext cx="4453710" cy="1049096"/>
          </a:xfrm>
          <a:prstGeom prst="rect"/>
        </p:spPr>
      </p:pic>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pic>
        <p:nvPicPr>
          <p:cNvPr id="2097162" name="Content Placeholder 5"/>
          <p:cNvPicPr>
            <a:picLocks noChangeAspect="1" noGrp="1"/>
          </p:cNvPicPr>
          <p:nvPr>
            <p:ph idx="1"/>
          </p:nvPr>
        </p:nvPicPr>
        <p:blipFill>
          <a:blip xmlns:r="http://schemas.openxmlformats.org/officeDocument/2006/relationships" r:embed="rId1"/>
          <a:stretch>
            <a:fillRect/>
          </a:stretch>
        </p:blipFill>
        <p:spPr>
          <a:xfrm>
            <a:off x="2009105" y="870750"/>
            <a:ext cx="7289442" cy="4871145"/>
          </a:xfrm>
          <a:prstGeom prst="rect"/>
        </p:spPr>
      </p:pic>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pic>
        <p:nvPicPr>
          <p:cNvPr id="2097163" name="Picture 7"/>
          <p:cNvPicPr>
            <a:picLocks noChangeAspect="1"/>
          </p:cNvPicPr>
          <p:nvPr/>
        </p:nvPicPr>
        <p:blipFill rotWithShape="1">
          <a:blip xmlns:r="http://schemas.openxmlformats.org/officeDocument/2006/relationships" r:embed="rId1"/>
          <a:srcRect l="45682"/>
          <a:stretch>
            <a:fillRect/>
          </a:stretch>
        </p:blipFill>
        <p:spPr>
          <a:xfrm>
            <a:off x="3696236" y="957176"/>
            <a:ext cx="2645917" cy="1066892"/>
          </a:xfrm>
          <a:prstGeom prst="rect"/>
        </p:spPr>
      </p:pic>
      <p:pic>
        <p:nvPicPr>
          <p:cNvPr id="2097164" name="Content Placeholder 9"/>
          <p:cNvPicPr>
            <a:picLocks noChangeAspect="1" noGrp="1"/>
          </p:cNvPicPr>
          <p:nvPr>
            <p:ph idx="1"/>
          </p:nvPr>
        </p:nvPicPr>
        <p:blipFill>
          <a:blip xmlns:r="http://schemas.openxmlformats.org/officeDocument/2006/relationships" r:embed="rId2"/>
          <a:stretch>
            <a:fillRect/>
          </a:stretch>
        </p:blipFill>
        <p:spPr>
          <a:xfrm>
            <a:off x="1459336" y="2228046"/>
            <a:ext cx="8324986" cy="3633984"/>
          </a:xfrm>
          <a:prstGeom prst="rect"/>
        </p:spPr>
      </p:pic>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32" name="Title 1"/>
          <p:cNvSpPr>
            <a:spLocks noGrp="1"/>
          </p:cNvSpPr>
          <p:nvPr>
            <p:ph type="title"/>
          </p:nvPr>
        </p:nvSpPr>
        <p:spPr/>
        <p:txBody>
          <a:bodyPr/>
          <a:p>
            <a:r>
              <a:rPr b="1" dirty="0" lang="en-US" smtClean="0"/>
              <a:t>POTENTIAL ENERGY</a:t>
            </a:r>
            <a:endParaRPr b="1" dirty="0" lang="en-US"/>
          </a:p>
        </p:txBody>
      </p:sp>
      <p:sp>
        <p:nvSpPr>
          <p:cNvPr id="1048633" name="Content Placeholder 2"/>
          <p:cNvSpPr>
            <a:spLocks noGrp="1"/>
          </p:cNvSpPr>
          <p:nvPr>
            <p:ph idx="1"/>
          </p:nvPr>
        </p:nvSpPr>
        <p:spPr/>
        <p:txBody>
          <a:bodyPr/>
          <a:p>
            <a:pPr>
              <a:lnSpc>
                <a:spcPct val="200000"/>
              </a:lnSpc>
            </a:pPr>
            <a:r>
              <a:rPr dirty="0" lang="en-US" smtClean="0"/>
              <a:t>Objects possess another kind of energy due to their position in space. This energy is known as Potential Energy. Familiar example is the Gravitational Potential Energy possessed by a body in Gravitational Field.</a:t>
            </a:r>
            <a:endParaRPr dirty="0" lang="en-US"/>
          </a:p>
        </p:txBody>
      </p:sp>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34" name="Title 1"/>
          <p:cNvSpPr>
            <a:spLocks noGrp="1"/>
          </p:cNvSpPr>
          <p:nvPr>
            <p:ph type="title"/>
          </p:nvPr>
        </p:nvSpPr>
        <p:spPr/>
        <p:txBody>
          <a:bodyPr>
            <a:normAutofit/>
          </a:bodyPr>
          <a:p>
            <a:r>
              <a:rPr b="1" dirty="0" lang="en-US" smtClean="0"/>
              <a:t>Potential Energy in Gravitational Field </a:t>
            </a:r>
            <a:endParaRPr b="1" dirty="0" lang="en-US"/>
          </a:p>
        </p:txBody>
      </p:sp>
      <p:sp>
        <p:nvSpPr>
          <p:cNvPr id="1048635" name="Content Placeholder 2"/>
          <p:cNvSpPr>
            <a:spLocks noGrp="1"/>
          </p:cNvSpPr>
          <p:nvPr>
            <p:ph idx="1"/>
          </p:nvPr>
        </p:nvSpPr>
        <p:spPr/>
        <p:txBody>
          <a:bodyPr/>
          <a:p>
            <a:r>
              <a:rPr dirty="0" lang="en-US" smtClean="0"/>
              <a:t>W = force × distance = </a:t>
            </a:r>
            <a:r>
              <a:rPr dirty="0" lang="en-US" err="1" smtClean="0"/>
              <a:t>mgh</a:t>
            </a:r>
            <a:endParaRPr dirty="0" lang="en-US" smtClean="0"/>
          </a:p>
          <a:p>
            <a:endParaRPr dirty="0" lang="en-GB"/>
          </a:p>
          <a:p>
            <a:r>
              <a:rPr dirty="0" lang="en-US" smtClean="0"/>
              <a:t>The work is positive and is stored in </a:t>
            </a:r>
            <a:r>
              <a:rPr b="1" dirty="0" lang="en-US" smtClean="0"/>
              <a:t>mass (m) as energy</a:t>
            </a:r>
            <a:r>
              <a:rPr dirty="0" lang="en-US" smtClean="0"/>
              <a:t>. This energy by virtue of the position in space is called </a:t>
            </a:r>
            <a:r>
              <a:rPr b="1" dirty="0" lang="en-US" smtClean="0"/>
              <a:t>gravitational potential energy. </a:t>
            </a:r>
            <a:r>
              <a:rPr dirty="0" lang="en-US" smtClean="0"/>
              <a:t>It has capacity to do work. If this mass is left free, it will fall down and during the fall it can be made to do work. For example, it can lift another mass if properly connected by a string, which is passing over a pulley.</a:t>
            </a:r>
            <a:endParaRPr dirty="0" lang="en-US"/>
          </a:p>
        </p:txBody>
      </p:sp>
    </p:spTree>
  </p:cSld>
  <p:clrMapOvr>
    <a:masterClrMapping/>
  </p:clrMapOvr>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36" name="Title 1"/>
          <p:cNvSpPr>
            <a:spLocks noGrp="1"/>
          </p:cNvSpPr>
          <p:nvPr>
            <p:ph type="title"/>
          </p:nvPr>
        </p:nvSpPr>
        <p:spPr/>
        <p:txBody>
          <a:bodyPr/>
          <a:p>
            <a:r>
              <a:rPr b="1" dirty="0" lang="en-GB" smtClean="0"/>
              <a:t>Example:</a:t>
            </a:r>
            <a:endParaRPr b="1" dirty="0" lang="en-US"/>
          </a:p>
        </p:txBody>
      </p:sp>
      <p:sp>
        <p:nvSpPr>
          <p:cNvPr id="1048637" name="Content Placeholder 2"/>
          <p:cNvSpPr>
            <a:spLocks noGrp="1"/>
          </p:cNvSpPr>
          <p:nvPr>
            <p:ph idx="1"/>
          </p:nvPr>
        </p:nvSpPr>
        <p:spPr>
          <a:xfrm>
            <a:off x="838200" y="1468192"/>
            <a:ext cx="10515600" cy="4708771"/>
          </a:xfrm>
        </p:spPr>
        <p:txBody>
          <a:bodyPr/>
          <a:p>
            <a:pPr>
              <a:lnSpc>
                <a:spcPct val="200000"/>
              </a:lnSpc>
            </a:pPr>
            <a:r>
              <a:rPr dirty="0" lang="en-US" smtClean="0"/>
              <a:t>A truck is loaded with sugar bags. The total mass of the load and the truck together is 100,000 kg. The truck moves on a winding path up a mountain to a height of 700 m in 1 hour. What average power must the engine produce to lift the material?</a:t>
            </a:r>
          </a:p>
          <a:p>
            <a:pPr>
              <a:lnSpc>
                <a:spcPct val="200000"/>
              </a:lnSpc>
            </a:pPr>
            <a:endParaRPr dirty="0" lang="en-US"/>
          </a:p>
        </p:txBody>
      </p:sp>
    </p:spTree>
  </p:cSld>
  <p:clrMapOvr>
    <a:masterClrMapping/>
  </p:clrMapOvr>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pic>
        <p:nvPicPr>
          <p:cNvPr id="2097165" name="Content Placeholder 3"/>
          <p:cNvPicPr>
            <a:picLocks noChangeAspect="1" noGrp="1"/>
          </p:cNvPicPr>
          <p:nvPr>
            <p:ph idx="1"/>
          </p:nvPr>
        </p:nvPicPr>
        <p:blipFill>
          <a:blip xmlns:r="http://schemas.openxmlformats.org/officeDocument/2006/relationships" r:embed="rId1"/>
          <a:stretch>
            <a:fillRect/>
          </a:stretch>
        </p:blipFill>
        <p:spPr>
          <a:xfrm>
            <a:off x="1584101" y="637937"/>
            <a:ext cx="8899301" cy="5210605"/>
          </a:xfrm>
          <a:prstGeom prst="rect"/>
        </p:spPr>
      </p:pic>
    </p:spTree>
  </p:cSld>
  <p:clrMapOvr>
    <a:masterClrMapping/>
  </p:clrMapOvr>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38" name="Title 1"/>
          <p:cNvSpPr>
            <a:spLocks noGrp="1"/>
          </p:cNvSpPr>
          <p:nvPr>
            <p:ph type="title"/>
          </p:nvPr>
        </p:nvSpPr>
        <p:spPr/>
        <p:txBody>
          <a:bodyPr/>
          <a:p>
            <a:r>
              <a:rPr dirty="0" lang="en-GB" smtClean="0"/>
              <a:t>Question:</a:t>
            </a:r>
            <a:endParaRPr dirty="0" lang="en-US"/>
          </a:p>
        </p:txBody>
      </p:sp>
      <p:sp>
        <p:nvSpPr>
          <p:cNvPr id="1048639" name="Content Placeholder 2"/>
          <p:cNvSpPr>
            <a:spLocks noGrp="1"/>
          </p:cNvSpPr>
          <p:nvPr>
            <p:ph idx="1"/>
          </p:nvPr>
        </p:nvSpPr>
        <p:spPr/>
        <p:txBody>
          <a:bodyPr/>
          <a:p>
            <a:r>
              <a:rPr dirty="0" lang="en-US" smtClean="0"/>
              <a:t>Hydroelectric power generation uses falling water as a source of energy to turn turbine blades and generate electrical power. In a power station, 1000 × 10³ kg water falls through a height of 51 m in one second. </a:t>
            </a:r>
          </a:p>
          <a:p>
            <a:pPr indent="0" marL="0">
              <a:buNone/>
            </a:pPr>
            <a:r>
              <a:rPr dirty="0" lang="en-US" smtClean="0"/>
              <a:t>(</a:t>
            </a:r>
            <a:r>
              <a:rPr dirty="0" lang="en-US" err="1" smtClean="0"/>
              <a:t>i</a:t>
            </a:r>
            <a:r>
              <a:rPr dirty="0" lang="en-US" smtClean="0"/>
              <a:t>) Calculate the work done by the falling water? </a:t>
            </a:r>
          </a:p>
          <a:p>
            <a:pPr indent="0" marL="0">
              <a:buNone/>
            </a:pPr>
            <a:r>
              <a:rPr dirty="0" lang="en-US" smtClean="0"/>
              <a:t>(ii) How much power can be generated under ideal conditions?</a:t>
            </a:r>
            <a:endParaRPr dirty="0" lang="en-US"/>
          </a:p>
        </p:txBody>
      </p:sp>
    </p:spTree>
  </p:cSld>
  <p:clrMapOvr>
    <a:masterClrMapping/>
  </p:clrMapOvr>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640" name="Title 1"/>
          <p:cNvSpPr>
            <a:spLocks noGrp="1"/>
          </p:cNvSpPr>
          <p:nvPr>
            <p:ph type="title"/>
          </p:nvPr>
        </p:nvSpPr>
        <p:spPr/>
        <p:txBody>
          <a:bodyPr/>
          <a:p>
            <a:r>
              <a:rPr lang="en-US" smtClean="0"/>
              <a:t>Example</a:t>
            </a:r>
            <a:endParaRPr lang="en-US"/>
          </a:p>
        </p:txBody>
      </p:sp>
      <p:sp>
        <p:nvSpPr>
          <p:cNvPr id="1048641" name="Content Placeholder 2"/>
          <p:cNvSpPr>
            <a:spLocks noGrp="1"/>
          </p:cNvSpPr>
          <p:nvPr>
            <p:ph idx="1"/>
          </p:nvPr>
        </p:nvSpPr>
        <p:spPr/>
        <p:txBody>
          <a:bodyPr/>
          <a:p>
            <a:r>
              <a:rPr lang="en-US"/>
              <a:t>A body of mass 10 kg is initially moving with a speed of 4.0</a:t>
            </a:r>
          </a:p>
          <a:p>
            <a:r>
              <a:rPr lang="en-US"/>
              <a:t>m s–1. A force of 30 N is now applied on the body for 2 seconds.</a:t>
            </a:r>
          </a:p>
          <a:p>
            <a:r>
              <a:rPr lang="en-US"/>
              <a:t>(i) What is the final speed of the body after 2 seconds?</a:t>
            </a:r>
          </a:p>
          <a:p>
            <a:r>
              <a:rPr lang="en-US"/>
              <a:t>(ii) How much work has been done during this period?</a:t>
            </a:r>
          </a:p>
          <a:p>
            <a:r>
              <a:rPr lang="en-US"/>
              <a:t>(iii) What is the initial kinetic energy?</a:t>
            </a:r>
          </a:p>
          <a:p>
            <a:r>
              <a:rPr lang="en-US"/>
              <a:t>(iv) What is the final kinetic energy?</a:t>
            </a:r>
          </a:p>
          <a:p>
            <a:r>
              <a:rPr lang="en-US"/>
              <a:t>(v) What is the distance covered during this period?</a:t>
            </a:r>
          </a:p>
          <a:p>
            <a:r>
              <a:rPr lang="en-US"/>
              <a:t>(vi) Show that the work done is equal to the change in kinetic energy?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42" name="Title 1"/>
          <p:cNvSpPr>
            <a:spLocks noGrp="1"/>
          </p:cNvSpPr>
          <p:nvPr>
            <p:ph type="title"/>
          </p:nvPr>
        </p:nvSpPr>
        <p:spPr/>
        <p:txBody>
          <a:bodyPr/>
          <a:p>
            <a:r>
              <a:rPr lang="en-US" smtClean="0"/>
              <a:t>Solution</a:t>
            </a:r>
            <a:endParaRPr lang="en-US"/>
          </a:p>
        </p:txBody>
      </p:sp>
      <p:pic>
        <p:nvPicPr>
          <p:cNvPr id="2097166" name="Content Placeholder 5"/>
          <p:cNvPicPr>
            <a:picLocks noChangeAspect="1" noGrp="1"/>
          </p:cNvPicPr>
          <p:nvPr>
            <p:ph idx="1"/>
          </p:nvPr>
        </p:nvPicPr>
        <p:blipFill>
          <a:blip xmlns:r="http://schemas.openxmlformats.org/officeDocument/2006/relationships" r:embed="rId1"/>
          <a:stretch>
            <a:fillRect/>
          </a:stretch>
        </p:blipFill>
        <p:spPr>
          <a:xfrm>
            <a:off x="3490943" y="1974574"/>
            <a:ext cx="5271073" cy="3807521"/>
          </a:xfrm>
          <a:prstGeom prst="rec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pic>
        <p:nvPicPr>
          <p:cNvPr id="2097167" name="Content Placeholder 5"/>
          <p:cNvPicPr>
            <a:picLocks noChangeAspect="1" noGrp="1"/>
          </p:cNvPicPr>
          <p:nvPr>
            <p:ph idx="1"/>
          </p:nvPr>
        </p:nvPicPr>
        <p:blipFill>
          <a:blip xmlns:r="http://schemas.openxmlformats.org/officeDocument/2006/relationships" r:embed="rId1"/>
          <a:stretch>
            <a:fillRect/>
          </a:stretch>
        </p:blipFill>
        <p:spPr>
          <a:xfrm>
            <a:off x="2729949" y="1512073"/>
            <a:ext cx="6586329" cy="4428309"/>
          </a:xfrm>
          <a:prstGeom prst="rec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643" name="Title 1"/>
          <p:cNvSpPr>
            <a:spLocks noGrp="1"/>
          </p:cNvSpPr>
          <p:nvPr>
            <p:ph type="title"/>
          </p:nvPr>
        </p:nvSpPr>
        <p:spPr/>
        <p:txBody>
          <a:bodyPr/>
          <a:p>
            <a:endParaRPr lang="en-US"/>
          </a:p>
        </p:txBody>
      </p:sp>
      <p:pic>
        <p:nvPicPr>
          <p:cNvPr id="2097168" name="Content Placeholder 5"/>
          <p:cNvPicPr>
            <a:picLocks noChangeAspect="1" noGrp="1"/>
          </p:cNvPicPr>
          <p:nvPr>
            <p:ph idx="1"/>
          </p:nvPr>
        </p:nvPicPr>
        <p:blipFill>
          <a:blip xmlns:r="http://schemas.openxmlformats.org/officeDocument/2006/relationships" r:embed="rId1"/>
          <a:stretch>
            <a:fillRect/>
          </a:stretch>
        </p:blipFill>
        <p:spPr>
          <a:xfrm>
            <a:off x="2782957" y="1845232"/>
            <a:ext cx="7659755" cy="4522784"/>
          </a:xfrm>
          <a:prstGeom prst="rec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644" name="Title 1"/>
          <p:cNvSpPr>
            <a:spLocks noGrp="1"/>
          </p:cNvSpPr>
          <p:nvPr>
            <p:ph type="title"/>
          </p:nvPr>
        </p:nvSpPr>
        <p:spPr>
          <a:xfrm>
            <a:off x="1097280" y="286603"/>
            <a:ext cx="10058400" cy="747067"/>
          </a:xfrm>
        </p:spPr>
        <p:txBody>
          <a:bodyPr/>
          <a:p>
            <a:r>
              <a:rPr lang="en-US" smtClean="0"/>
              <a:t>Recap</a:t>
            </a:r>
            <a:endParaRPr lang="en-US"/>
          </a:p>
        </p:txBody>
      </p:sp>
      <p:sp>
        <p:nvSpPr>
          <p:cNvPr id="1048645" name="Content Placeholder 2"/>
          <p:cNvSpPr>
            <a:spLocks noGrp="1"/>
          </p:cNvSpPr>
          <p:nvPr>
            <p:ph idx="1"/>
          </p:nvPr>
        </p:nvSpPr>
        <p:spPr/>
        <p:txBody>
          <a:bodyPr>
            <a:noAutofit/>
          </a:bodyPr>
          <a:p>
            <a:pPr>
              <a:lnSpc>
                <a:spcPct val="150000"/>
              </a:lnSpc>
              <a:spcBef>
                <a:spcPts val="0"/>
              </a:spcBef>
              <a:spcAft>
                <a:spcPts val="0"/>
              </a:spcAft>
              <a:buFont typeface="Wingdings" panose="05000000000000000000" pitchFamily="2" charset="2"/>
              <a:buChar char="v"/>
            </a:pPr>
            <a:r>
              <a:rPr sz="1800" lang="en-US"/>
              <a:t>Work done by a constant force F is</a:t>
            </a:r>
          </a:p>
          <a:p>
            <a:pPr indent="0" marL="0">
              <a:lnSpc>
                <a:spcPct val="150000"/>
              </a:lnSpc>
              <a:spcBef>
                <a:spcPts val="0"/>
              </a:spcBef>
              <a:spcAft>
                <a:spcPts val="0"/>
              </a:spcAft>
              <a:buNone/>
            </a:pPr>
            <a:r>
              <a:rPr sz="1800" lang="en-US" smtClean="0"/>
              <a:t>    W </a:t>
            </a:r>
            <a:r>
              <a:rPr sz="1800" lang="en-US"/>
              <a:t>= F.d = Fd cosθ</a:t>
            </a:r>
          </a:p>
          <a:p>
            <a:pPr indent="0" marL="0">
              <a:lnSpc>
                <a:spcPct val="150000"/>
              </a:lnSpc>
              <a:spcBef>
                <a:spcPts val="0"/>
              </a:spcBef>
              <a:spcAft>
                <a:spcPts val="0"/>
              </a:spcAft>
              <a:buNone/>
            </a:pPr>
            <a:r>
              <a:rPr sz="1800" lang="en-US" smtClean="0"/>
              <a:t>    Where </a:t>
            </a:r>
            <a:r>
              <a:rPr sz="1800" lang="en-US"/>
              <a:t>θ is the angle between F and d. The unit of work is joule. Work is </a:t>
            </a:r>
            <a:r>
              <a:rPr sz="1800" lang="en-US" smtClean="0"/>
              <a:t>a scalar </a:t>
            </a:r>
            <a:r>
              <a:rPr sz="1800" lang="en-US"/>
              <a:t>quantity</a:t>
            </a:r>
            <a:r>
              <a:rPr sz="1800" lang="en-US" smtClean="0"/>
              <a:t>.</a:t>
            </a:r>
          </a:p>
          <a:p>
            <a:pPr>
              <a:lnSpc>
                <a:spcPct val="150000"/>
              </a:lnSpc>
              <a:spcBef>
                <a:spcPts val="0"/>
              </a:spcBef>
              <a:spcAft>
                <a:spcPts val="0"/>
              </a:spcAft>
              <a:buFont typeface="Wingdings" panose="05000000000000000000" pitchFamily="2" charset="2"/>
              <a:buChar char="v"/>
            </a:pPr>
            <a:r>
              <a:rPr sz="1800" lang="en-US"/>
              <a:t>Mechanical energy of a system exists in two forms (i) kinetic energy and (ii</a:t>
            </a:r>
            <a:r>
              <a:rPr sz="1800" lang="en-US" smtClean="0"/>
              <a:t>) Potential </a:t>
            </a:r>
            <a:r>
              <a:rPr sz="1800" lang="en-US"/>
              <a:t>energy</a:t>
            </a:r>
            <a:r>
              <a:rPr sz="1800" lang="en-US" smtClean="0"/>
              <a:t>.</a:t>
            </a:r>
          </a:p>
          <a:p>
            <a:pPr>
              <a:lnSpc>
                <a:spcPct val="150000"/>
              </a:lnSpc>
              <a:spcBef>
                <a:spcPts val="0"/>
              </a:spcBef>
              <a:spcAft>
                <a:spcPts val="0"/>
              </a:spcAft>
              <a:buFont typeface="Wingdings" panose="05000000000000000000" pitchFamily="2" charset="2"/>
              <a:buChar char="v"/>
            </a:pPr>
            <a:r>
              <a:rPr sz="1800" lang="en-US"/>
              <a:t>The </a:t>
            </a:r>
            <a:r>
              <a:rPr b="1" sz="1800" lang="en-US"/>
              <a:t>Work-Energy Theorem </a:t>
            </a:r>
            <a:r>
              <a:rPr sz="1800" lang="en-US"/>
              <a:t>states that the work done by all forces is </a:t>
            </a:r>
            <a:r>
              <a:rPr sz="1800" lang="en-US" smtClean="0"/>
              <a:t>equal to </a:t>
            </a:r>
            <a:r>
              <a:rPr sz="1800" lang="en-US"/>
              <a:t>the change in the kinetic energy of the object</a:t>
            </a:r>
            <a:r>
              <a:rPr sz="1800" lang="en-US" smtClean="0"/>
              <a:t>. </a:t>
            </a:r>
            <a:r>
              <a:rPr sz="1800" i="1" lang="en-US" smtClean="0"/>
              <a:t>W </a:t>
            </a:r>
            <a:r>
              <a:rPr sz="1800" lang="en-US"/>
              <a:t>= </a:t>
            </a:r>
            <a:r>
              <a:rPr sz="1800" i="1" lang="en-US"/>
              <a:t>K</a:t>
            </a:r>
            <a:r>
              <a:rPr sz="1800" lang="en-US"/>
              <a:t>f – </a:t>
            </a:r>
            <a:r>
              <a:rPr sz="1800" i="1" lang="en-US"/>
              <a:t>K</a:t>
            </a:r>
            <a:r>
              <a:rPr sz="1800" lang="en-US"/>
              <a:t>i = </a:t>
            </a:r>
            <a:r>
              <a:rPr sz="1800" lang="el-GR"/>
              <a:t>Δ</a:t>
            </a:r>
            <a:r>
              <a:rPr sz="1800" i="1" lang="en-US"/>
              <a:t>K</a:t>
            </a:r>
          </a:p>
          <a:p>
            <a:pPr>
              <a:buFont typeface="Wingdings" panose="05000000000000000000" pitchFamily="2" charset="2"/>
              <a:buChar char="v"/>
            </a:pPr>
            <a:r>
              <a:rPr sz="1800" lang="en-US" smtClean="0"/>
              <a:t>Work </a:t>
            </a:r>
            <a:r>
              <a:rPr sz="1800" lang="en-US"/>
              <a:t>done by a conservative force on a particle is equal to the change </a:t>
            </a:r>
            <a:r>
              <a:rPr sz="1800" lang="en-US" smtClean="0"/>
              <a:t>in mechanical </a:t>
            </a:r>
            <a:r>
              <a:rPr sz="1800" lang="en-US"/>
              <a:t>energy of the particle, that is change in the kinetic energy + </a:t>
            </a:r>
            <a:r>
              <a:rPr sz="1800" lang="en-US" smtClean="0"/>
              <a:t>the change </a:t>
            </a:r>
            <a:r>
              <a:rPr sz="1800" lang="en-US"/>
              <a:t>in potential energy. In other words the mechanical energy is </a:t>
            </a:r>
            <a:r>
              <a:rPr sz="1800" lang="en-US" smtClean="0"/>
              <a:t>conserved under </a:t>
            </a:r>
            <a:r>
              <a:rPr sz="1800" lang="en-US"/>
              <a:t>conservative forces</a:t>
            </a:r>
            <a:r>
              <a:rPr sz="1800" lang="en-US" smtClean="0"/>
              <a:t>.</a:t>
            </a:r>
            <a:r>
              <a:rPr sz="1800" lang="en-US"/>
              <a:t> </a:t>
            </a:r>
            <a:endParaRPr sz="1800" lang="en-US" smtClean="0"/>
          </a:p>
          <a:p>
            <a:pPr>
              <a:buFont typeface="Wingdings" panose="05000000000000000000" pitchFamily="2" charset="2"/>
              <a:buChar char="v"/>
            </a:pPr>
            <a:r>
              <a:rPr sz="1800" lang="en-US" smtClean="0"/>
              <a:t>Energy </a:t>
            </a:r>
            <a:r>
              <a:rPr sz="1800" lang="en-US"/>
              <a:t>may be transformed from one kind to another in an isolated system</a:t>
            </a:r>
            <a:r>
              <a:rPr sz="1800" lang="en-US" smtClean="0"/>
              <a:t>, but </a:t>
            </a:r>
            <a:r>
              <a:rPr sz="1800" lang="en-US"/>
              <a:t>it can neither be created nor destroyed. The total energy always </a:t>
            </a:r>
            <a:r>
              <a:rPr sz="1800" lang="en-US" smtClean="0"/>
              <a:t>remains constant</a:t>
            </a:r>
            <a:r>
              <a:rPr sz="1800" lang="en-US"/>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pic>
        <p:nvPicPr>
          <p:cNvPr id="2097169" name="Content Placeholder 7"/>
          <p:cNvPicPr>
            <a:picLocks noChangeAspect="1" noGrp="1"/>
          </p:cNvPicPr>
          <p:nvPr>
            <p:ph idx="1"/>
          </p:nvPr>
        </p:nvPicPr>
        <p:blipFill>
          <a:blip xmlns:r="http://schemas.openxmlformats.org/officeDocument/2006/relationships" r:embed="rId1"/>
          <a:stretch>
            <a:fillRect/>
          </a:stretch>
        </p:blipFill>
        <p:spPr>
          <a:xfrm>
            <a:off x="2499262" y="1908313"/>
            <a:ext cx="7254436" cy="2710732"/>
          </a:xfrm>
          <a:prstGeom prst="roundRect">
            <a:avLst>
              <a:gd name="adj" fmla="val 8594"/>
            </a:avLst>
          </a:prstGeom>
          <a:solidFill>
            <a:srgbClr val="FFFFFF">
              <a:shade val="85000"/>
            </a:srgbClr>
          </a:solidFill>
          <a:ln>
            <a:noFill/>
          </a:ln>
          <a:effectLst>
            <a:reflection algn="bl" blurRad="12700" dir="5400000" dist="5000" endPos="28000" rotWithShape="0" stA="38000" sy="-100000"/>
          </a:effectLst>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lastClr="FFFFFF" val="window"/>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algn="br" blurRad="38100" dir="2700000" dist="25400" rotWithShape="0">
              <a:srgbClr val="000000">
                <a:alpha val="60000"/>
              </a:srgbClr>
            </a:outerShdw>
          </a:effectLst>
        </a:effectStyle>
        <a:effectStyle>
          <a:effectLst>
            <a:outerShdw algn="br" blurRad="44450" dir="2700000" dist="25400" rotWithShape="0">
              <a:srgbClr val="000000">
                <a:alpha val="60000"/>
              </a:srgbClr>
            </a:outerShdw>
          </a:effectLst>
          <a:scene3d>
            <a:camera prst="orthographicFront">
              <a:rot lat="0" lon="0" rev="0"/>
            </a:camera>
            <a:lightRig dir="t" rig="threeP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Mark Ofori Nketia</dc:creator>
  <cp:lastModifiedBy>MO-HP</cp:lastModifiedBy>
  <dcterms:created xsi:type="dcterms:W3CDTF">2022-09-22T16:58:25Z</dcterms:created>
  <dcterms:modified xsi:type="dcterms:W3CDTF">2022-09-24T05:56:01Z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f59039877dd447439abe8f5d8f50c8db</vt:lpwstr>
  </property>
</Properties>
</file>