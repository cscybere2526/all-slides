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9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5" r:id="rId26"/>
    <p:sldId id="286" r:id="rId27"/>
    <p:sldId id="287" r:id="rId28"/>
    <p:sldId id="288" r:id="rId29"/>
    <p:sldId id="289" r:id="rId30"/>
    <p:sldId id="290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B2B24-AC9B-456F-934A-6A27BF9D24A6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F31D2-B1D1-473E-A8F8-AE4857B3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3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31B8556D-509A-4286-975B-6041E68B14C3}" type="slidenum">
              <a:rPr lang="en-US" altLang="en-US" sz="1200" smtClean="0"/>
              <a:pPr/>
              <a:t>2</a:t>
            </a:fld>
            <a:endParaRPr lang="th-TH" altLang="en-US" sz="120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92F83617-39D5-46C1-8054-A1444AEFA6D1}" type="slidenum">
              <a:rPr lang="en-US" altLang="en-US" sz="1200" smtClean="0"/>
              <a:pPr/>
              <a:t>3</a:t>
            </a:fld>
            <a:endParaRPr lang="th-TH" altLang="en-US" sz="12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50ED5B4F-BCB1-4FD4-B0D9-245AC8BDB119}" type="slidenum">
              <a:rPr lang="en-US" altLang="en-US" sz="1200" smtClean="0"/>
              <a:pPr/>
              <a:t>4</a:t>
            </a:fld>
            <a:endParaRPr lang="th-TH" altLang="en-US" sz="12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2AC169EC-0888-46D5-9097-1C44CBC11368}" type="slidenum">
              <a:rPr lang="en-US" altLang="en-US" sz="1200" smtClean="0"/>
              <a:pPr/>
              <a:t>8</a:t>
            </a:fld>
            <a:endParaRPr lang="th-TH" altLang="en-US" sz="120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C0CE53BA-D868-425D-BE84-4CB376D8228A}" type="slidenum">
              <a:rPr lang="en-US" altLang="en-US" sz="1200" smtClean="0"/>
              <a:pPr/>
              <a:t>9</a:t>
            </a:fld>
            <a:endParaRPr lang="th-TH" altLang="en-US" sz="120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F77D73F3-4B9B-4D12-A1A6-BC529D1FF6CC}" type="slidenum">
              <a:rPr lang="en-US" altLang="en-US" sz="1200" smtClean="0"/>
              <a:pPr/>
              <a:t>10</a:t>
            </a:fld>
            <a:endParaRPr lang="th-TH" altLang="en-US" sz="12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8F1EC065-CA84-48B3-880C-B42D18600209}" type="slidenum">
              <a:rPr lang="en-US" altLang="en-US" sz="1200" smtClean="0"/>
              <a:pPr/>
              <a:t>11</a:t>
            </a:fld>
            <a:endParaRPr lang="th-TH" altLang="en-US" sz="120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6DAF4FF7-9958-405D-9D17-A522E88294F5}" type="slidenum">
              <a:rPr lang="en-US" altLang="en-US" sz="1200" smtClean="0"/>
              <a:pPr/>
              <a:t>12</a:t>
            </a:fld>
            <a:endParaRPr lang="th-TH" altLang="en-US" sz="12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9AA80434-05C7-468E-842A-16455390916C}" type="slidenum">
              <a:rPr lang="en-US" altLang="en-US" sz="1200" smtClean="0"/>
              <a:pPr/>
              <a:t>14</a:t>
            </a:fld>
            <a:endParaRPr lang="th-TH" altLang="en-US" sz="12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F65356BB-CD54-4DD4-ADEB-2370ED3CE51A}" type="slidenum">
              <a:rPr lang="en-US" altLang="en-US" sz="1200" smtClean="0"/>
              <a:pPr/>
              <a:t>15</a:t>
            </a:fld>
            <a:endParaRPr lang="th-TH" altLang="en-US" sz="12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A0443B18-E3F4-462D-84BA-5E577B6CE333}" type="slidenum">
              <a:rPr lang="en-US" altLang="en-US" sz="1200" smtClean="0"/>
              <a:pPr/>
              <a:t>18</a:t>
            </a:fld>
            <a:endParaRPr lang="th-TH" altLang="en-US" sz="12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71E6E437-4A1E-409D-AA48-368CDB5D957A}" type="slidenum">
              <a:rPr lang="en-US" altLang="en-US" sz="1200" smtClean="0"/>
              <a:pPr/>
              <a:t>19</a:t>
            </a:fld>
            <a:endParaRPr lang="th-TH" altLang="en-US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76E68F63-9F0E-4BD7-B3C5-CD97D5B01A03}" type="slidenum">
              <a:rPr lang="en-US" altLang="en-US" sz="1200" smtClean="0"/>
              <a:pPr/>
              <a:t>20</a:t>
            </a:fld>
            <a:endParaRPr lang="th-TH" altLang="en-US" sz="12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51D7D044-758E-40B9-BD04-775F8F918384}" type="slidenum">
              <a:rPr lang="en-US" altLang="en-US" sz="1200" smtClean="0"/>
              <a:pPr/>
              <a:t>21</a:t>
            </a:fld>
            <a:endParaRPr lang="th-TH" altLang="en-US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6AF7EE12-EA54-4A9E-B202-0EFF4CB89AB2}" type="slidenum">
              <a:rPr lang="en-US" altLang="en-US" sz="1200" smtClean="0"/>
              <a:pPr/>
              <a:t>22</a:t>
            </a:fld>
            <a:endParaRPr lang="th-TH" altLang="en-US" sz="120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19A27CAF-16EE-499D-B6C6-DE3519AA9B26}" type="slidenum">
              <a:rPr lang="en-US" altLang="en-US" sz="1200" smtClean="0"/>
              <a:pPr/>
              <a:t>23</a:t>
            </a:fld>
            <a:endParaRPr lang="th-TH" altLang="en-US" sz="12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0C4AE9AC-5F33-4E65-B638-FF08E2E8CB70}" type="slidenum">
              <a:rPr lang="en-US" altLang="en-US" sz="1200" smtClean="0"/>
              <a:pPr/>
              <a:t>24</a:t>
            </a:fld>
            <a:endParaRPr lang="th-TH" altLang="en-US" sz="1200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E1053E48-1BB9-4B26-B3F7-87B61F638654}" type="slidenum">
              <a:rPr lang="en-US" altLang="en-US" sz="1200" smtClean="0"/>
              <a:pPr/>
              <a:t>26</a:t>
            </a:fld>
            <a:endParaRPr lang="th-TH" altLang="en-US" sz="12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337BB885-3274-415A-9AB7-FF4CCD00C2A3}" type="slidenum">
              <a:rPr lang="en-US" altLang="en-US" sz="1200" smtClean="0"/>
              <a:pPr/>
              <a:t>29</a:t>
            </a:fld>
            <a:endParaRPr lang="th-TH" altLang="en-US" sz="120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8B0F2D4E-C06D-4A25-8C4F-076238E8039F}" type="slidenum">
              <a:rPr lang="en-US" altLang="en-US" sz="1200" smtClean="0"/>
              <a:pPr/>
              <a:t>30</a:t>
            </a:fld>
            <a:endParaRPr lang="th-TH" altLang="en-US" sz="120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2894" y="1812927"/>
            <a:ext cx="314782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2066" y="1812927"/>
            <a:ext cx="314248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718762" y="993075"/>
            <a:ext cx="1847138" cy="1530439"/>
            <a:chOff x="4718762" y="993075"/>
            <a:chExt cx="1847138" cy="1530439"/>
          </a:xfrm>
        </p:grpSpPr>
        <p:sp>
          <p:nvSpPr>
            <p:cNvPr id="32" name="Oval 31"/>
            <p:cNvSpPr/>
            <p:nvPr/>
          </p:nvSpPr>
          <p:spPr>
            <a:xfrm>
              <a:off x="5479247" y="1436861"/>
              <a:ext cx="1086653" cy="108665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650541" y="1411791"/>
              <a:ext cx="830365" cy="830365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6184" y="1894454"/>
              <a:ext cx="602364" cy="60236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424145" y="1811313"/>
              <a:ext cx="489588" cy="48958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718762" y="2083426"/>
              <a:ext cx="256601" cy="25660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32091" y="993075"/>
              <a:ext cx="256601" cy="25660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059596" y="1894454"/>
              <a:ext cx="197439" cy="19743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148801" y="1060593"/>
              <a:ext cx="197439" cy="19743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/>
          <p:cNvGrpSpPr/>
          <p:nvPr/>
        </p:nvGrpSpPr>
        <p:grpSpPr>
          <a:xfrm>
            <a:off x="-9" y="-16"/>
            <a:ext cx="9252346" cy="6858038"/>
            <a:chOff x="-9" y="-16"/>
            <a:chExt cx="9252346" cy="6858038"/>
          </a:xfrm>
        </p:grpSpPr>
        <p:grpSp>
          <p:nvGrpSpPr>
            <p:cNvPr id="136" name="Group 638"/>
            <p:cNvGrpSpPr/>
            <p:nvPr/>
          </p:nvGrpSpPr>
          <p:grpSpPr>
            <a:xfrm>
              <a:off x="8528" y="419213"/>
              <a:ext cx="9073251" cy="5913938"/>
              <a:chOff x="8528" y="419213"/>
              <a:chExt cx="9073251" cy="5913938"/>
            </a:xfrm>
          </p:grpSpPr>
          <p:grpSp>
            <p:nvGrpSpPr>
              <p:cNvPr id="224" name="Group 121"/>
              <p:cNvGrpSpPr>
                <a:grpSpLocks noChangeAspect="1"/>
              </p:cNvGrpSpPr>
              <p:nvPr/>
            </p:nvGrpSpPr>
            <p:grpSpPr>
              <a:xfrm rot="2429339">
                <a:off x="8528" y="447135"/>
                <a:ext cx="1128260" cy="875915"/>
                <a:chOff x="-162267" y="4120976"/>
                <a:chExt cx="3435350" cy="2667000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50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2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3" name="Freeform 75"/>
                <p:cNvSpPr>
                  <a:spLocks noEditPoints="1"/>
                </p:cNvSpPr>
                <p:nvPr/>
              </p:nvSpPr>
              <p:spPr bwMode="auto">
                <a:xfrm>
                  <a:off x="-162267" y="4120976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5" name="Group 142"/>
              <p:cNvGrpSpPr>
                <a:grpSpLocks noChangeAspect="1"/>
              </p:cNvGrpSpPr>
              <p:nvPr/>
            </p:nvGrpSpPr>
            <p:grpSpPr>
              <a:xfrm rot="19493664">
                <a:off x="353923" y="1671596"/>
                <a:ext cx="992740" cy="814144"/>
                <a:chOff x="381000" y="304800"/>
                <a:chExt cx="3317876" cy="27209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46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7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8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Freeform 82"/>
                <p:cNvSpPr>
                  <a:spLocks noEditPoints="1"/>
                </p:cNvSpPr>
                <p:nvPr/>
              </p:nvSpPr>
              <p:spPr bwMode="auto">
                <a:xfrm>
                  <a:off x="381000" y="304800"/>
                  <a:ext cx="3317876" cy="2720975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6" name="Group 147"/>
              <p:cNvGrpSpPr>
                <a:grpSpLocks noChangeAspect="1"/>
              </p:cNvGrpSpPr>
              <p:nvPr/>
            </p:nvGrpSpPr>
            <p:grpSpPr>
              <a:xfrm rot="19711069">
                <a:off x="391817" y="4560622"/>
                <a:ext cx="1094993" cy="933829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42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3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4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90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7" name="Group 172"/>
              <p:cNvGrpSpPr>
                <a:grpSpLocks noChangeAspect="1"/>
              </p:cNvGrpSpPr>
              <p:nvPr/>
            </p:nvGrpSpPr>
            <p:grpSpPr>
              <a:xfrm rot="19711069">
                <a:off x="7705128" y="419213"/>
                <a:ext cx="1376651" cy="1173997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8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9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0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90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8" name="Group 177"/>
              <p:cNvGrpSpPr>
                <a:grpSpLocks noChangeAspect="1"/>
              </p:cNvGrpSpPr>
              <p:nvPr/>
            </p:nvGrpSpPr>
            <p:grpSpPr>
              <a:xfrm rot="2429339">
                <a:off x="7324516" y="3846323"/>
                <a:ext cx="1472288" cy="1142999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4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5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Freeform 75"/>
                <p:cNvSpPr>
                  <a:spLocks noEditPoints="1"/>
                </p:cNvSpPr>
                <p:nvPr/>
              </p:nvSpPr>
              <p:spPr bwMode="auto">
                <a:xfrm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9" name="Group 182"/>
              <p:cNvGrpSpPr>
                <a:grpSpLocks noChangeAspect="1"/>
              </p:cNvGrpSpPr>
              <p:nvPr/>
            </p:nvGrpSpPr>
            <p:grpSpPr>
              <a:xfrm rot="19493664">
                <a:off x="7783359" y="5358489"/>
                <a:ext cx="1188480" cy="974662"/>
                <a:chOff x="381000" y="304800"/>
                <a:chExt cx="3317876" cy="27209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0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1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2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Freeform 82"/>
                <p:cNvSpPr>
                  <a:spLocks noEditPoints="1"/>
                </p:cNvSpPr>
                <p:nvPr/>
              </p:nvSpPr>
              <p:spPr bwMode="auto">
                <a:xfrm>
                  <a:off x="381000" y="304800"/>
                  <a:ext cx="3317876" cy="2720975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37" name="Group 669"/>
            <p:cNvGrpSpPr/>
            <p:nvPr/>
          </p:nvGrpSpPr>
          <p:grpSpPr>
            <a:xfrm>
              <a:off x="-9" y="242195"/>
              <a:ext cx="9144001" cy="6615827"/>
              <a:chOff x="-9" y="242195"/>
              <a:chExt cx="9144001" cy="6615827"/>
            </a:xfrm>
          </p:grpSpPr>
          <p:grpSp>
            <p:nvGrpSpPr>
              <p:cNvPr id="179" name="Group 32"/>
              <p:cNvGrpSpPr>
                <a:grpSpLocks noChangeAspect="1"/>
              </p:cNvGrpSpPr>
              <p:nvPr/>
            </p:nvGrpSpPr>
            <p:grpSpPr>
              <a:xfrm rot="20059765">
                <a:off x="214282" y="242195"/>
                <a:ext cx="1611192" cy="1321331"/>
                <a:chOff x="492450" y="105224"/>
                <a:chExt cx="2967986" cy="2434032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20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2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3" name="Freeform 82"/>
                <p:cNvSpPr>
                  <a:spLocks noEditPoints="1"/>
                </p:cNvSpPr>
                <p:nvPr/>
              </p:nvSpPr>
              <p:spPr bwMode="auto">
                <a:xfrm rot="650724">
                  <a:off x="492450" y="105224"/>
                  <a:ext cx="2967986" cy="2434032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0" name="Group 48"/>
              <p:cNvGrpSpPr>
                <a:grpSpLocks noChangeAspect="1"/>
              </p:cNvGrpSpPr>
              <p:nvPr/>
            </p:nvGrpSpPr>
            <p:grpSpPr>
              <a:xfrm rot="1419986">
                <a:off x="7374137" y="629719"/>
                <a:ext cx="1046470" cy="892409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16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8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9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13" name="Freeform 73"/>
              <p:cNvSpPr>
                <a:spLocks/>
              </p:cNvSpPr>
              <p:nvPr/>
            </p:nvSpPr>
            <p:spPr bwMode="auto">
              <a:xfrm rot="1542474">
                <a:off x="7058065" y="3702660"/>
                <a:ext cx="879" cy="1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60000"/>
                  <a:lumOff val="40000"/>
                  <a:alpha val="8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82" name="Group 63"/>
              <p:cNvGrpSpPr>
                <a:grpSpLocks noChangeAspect="1"/>
              </p:cNvGrpSpPr>
              <p:nvPr/>
            </p:nvGrpSpPr>
            <p:grpSpPr>
              <a:xfrm rot="1645451">
                <a:off x="8050341" y="4268987"/>
                <a:ext cx="917115" cy="1118301"/>
                <a:chOff x="507386" y="-1244242"/>
                <a:chExt cx="2720979" cy="3317871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08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0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Freeform 82"/>
                <p:cNvSpPr>
                  <a:spLocks noEditPoints="1"/>
                </p:cNvSpPr>
                <p:nvPr/>
              </p:nvSpPr>
              <p:spPr bwMode="auto">
                <a:xfrm rot="18845760">
                  <a:off x="208940" y="-945796"/>
                  <a:ext cx="3317871" cy="2720979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>
                  <a:noFill/>
                </a:ln>
                <a:effectLst>
                  <a:glow rad="38100">
                    <a:schemeClr val="bg2">
                      <a:lumMod val="50000"/>
                      <a:lumOff val="50000"/>
                      <a:alpha val="15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3" name="Group 87"/>
              <p:cNvGrpSpPr>
                <a:grpSpLocks noChangeAspect="1"/>
              </p:cNvGrpSpPr>
              <p:nvPr/>
            </p:nvGrpSpPr>
            <p:grpSpPr>
              <a:xfrm>
                <a:off x="-9" y="5334005"/>
                <a:ext cx="1188232" cy="1524017"/>
                <a:chOff x="2743200" y="306388"/>
                <a:chExt cx="1876425" cy="240665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204" name="Freeform 21"/>
                <p:cNvSpPr>
                  <a:spLocks/>
                </p:cNvSpPr>
                <p:nvPr/>
              </p:nvSpPr>
              <p:spPr bwMode="auto">
                <a:xfrm>
                  <a:off x="3333750" y="890588"/>
                  <a:ext cx="34925" cy="482600"/>
                </a:xfrm>
                <a:custGeom>
                  <a:avLst/>
                  <a:gdLst>
                    <a:gd name="T0" fmla="*/ 20 w 22"/>
                    <a:gd name="T1" fmla="*/ 304 h 304"/>
                    <a:gd name="T2" fmla="*/ 20 w 22"/>
                    <a:gd name="T3" fmla="*/ 304 h 304"/>
                    <a:gd name="T4" fmla="*/ 22 w 22"/>
                    <a:gd name="T5" fmla="*/ 304 h 304"/>
                    <a:gd name="T6" fmla="*/ 22 w 22"/>
                    <a:gd name="T7" fmla="*/ 304 h 304"/>
                    <a:gd name="T8" fmla="*/ 22 w 22"/>
                    <a:gd name="T9" fmla="*/ 286 h 304"/>
                    <a:gd name="T10" fmla="*/ 14 w 22"/>
                    <a:gd name="T11" fmla="*/ 54 h 304"/>
                    <a:gd name="T12" fmla="*/ 14 w 22"/>
                    <a:gd name="T13" fmla="*/ 54 h 304"/>
                    <a:gd name="T14" fmla="*/ 14 w 22"/>
                    <a:gd name="T15" fmla="*/ 26 h 304"/>
                    <a:gd name="T16" fmla="*/ 14 w 22"/>
                    <a:gd name="T17" fmla="*/ 26 h 304"/>
                    <a:gd name="T18" fmla="*/ 12 w 22"/>
                    <a:gd name="T19" fmla="*/ 16 h 304"/>
                    <a:gd name="T20" fmla="*/ 8 w 22"/>
                    <a:gd name="T21" fmla="*/ 6 h 304"/>
                    <a:gd name="T22" fmla="*/ 8 w 22"/>
                    <a:gd name="T23" fmla="*/ 6 h 304"/>
                    <a:gd name="T24" fmla="*/ 4 w 22"/>
                    <a:gd name="T25" fmla="*/ 0 h 304"/>
                    <a:gd name="T26" fmla="*/ 2 w 22"/>
                    <a:gd name="T27" fmla="*/ 0 h 304"/>
                    <a:gd name="T28" fmla="*/ 2 w 22"/>
                    <a:gd name="T29" fmla="*/ 2 h 304"/>
                    <a:gd name="T30" fmla="*/ 2 w 22"/>
                    <a:gd name="T31" fmla="*/ 2 h 304"/>
                    <a:gd name="T32" fmla="*/ 0 w 22"/>
                    <a:gd name="T33" fmla="*/ 10 h 304"/>
                    <a:gd name="T34" fmla="*/ 2 w 22"/>
                    <a:gd name="T35" fmla="*/ 18 h 304"/>
                    <a:gd name="T36" fmla="*/ 2 w 22"/>
                    <a:gd name="T37" fmla="*/ 18 h 304"/>
                    <a:gd name="T38" fmla="*/ 4 w 22"/>
                    <a:gd name="T39" fmla="*/ 40 h 304"/>
                    <a:gd name="T40" fmla="*/ 18 w 22"/>
                    <a:gd name="T41" fmla="*/ 286 h 304"/>
                    <a:gd name="T42" fmla="*/ 18 w 22"/>
                    <a:gd name="T43" fmla="*/ 286 h 304"/>
                    <a:gd name="T44" fmla="*/ 20 w 22"/>
                    <a:gd name="T45" fmla="*/ 304 h 304"/>
                    <a:gd name="T46" fmla="*/ 20 w 22"/>
                    <a:gd name="T47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" h="304">
                      <a:moveTo>
                        <a:pt x="20" y="304"/>
                      </a:moveTo>
                      <a:lnTo>
                        <a:pt x="20" y="304"/>
                      </a:lnTo>
                      <a:lnTo>
                        <a:pt x="22" y="304"/>
                      </a:lnTo>
                      <a:lnTo>
                        <a:pt x="22" y="304"/>
                      </a:lnTo>
                      <a:lnTo>
                        <a:pt x="22" y="286"/>
                      </a:lnTo>
                      <a:lnTo>
                        <a:pt x="14" y="54"/>
                      </a:lnTo>
                      <a:lnTo>
                        <a:pt x="14" y="54"/>
                      </a:lnTo>
                      <a:lnTo>
                        <a:pt x="14" y="26"/>
                      </a:lnTo>
                      <a:lnTo>
                        <a:pt x="14" y="26"/>
                      </a:lnTo>
                      <a:lnTo>
                        <a:pt x="12" y="16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4" y="40"/>
                      </a:lnTo>
                      <a:lnTo>
                        <a:pt x="18" y="286"/>
                      </a:lnTo>
                      <a:lnTo>
                        <a:pt x="18" y="286"/>
                      </a:lnTo>
                      <a:lnTo>
                        <a:pt x="20" y="304"/>
                      </a:lnTo>
                      <a:lnTo>
                        <a:pt x="20" y="30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Freeform 22"/>
                <p:cNvSpPr>
                  <a:spLocks/>
                </p:cNvSpPr>
                <p:nvPr/>
              </p:nvSpPr>
              <p:spPr bwMode="auto">
                <a:xfrm>
                  <a:off x="3362325" y="138271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6" name="Freeform 23"/>
                <p:cNvSpPr>
                  <a:spLocks/>
                </p:cNvSpPr>
                <p:nvPr/>
              </p:nvSpPr>
              <p:spPr bwMode="auto">
                <a:xfrm>
                  <a:off x="3384550" y="1173163"/>
                  <a:ext cx="438150" cy="212725"/>
                </a:xfrm>
                <a:custGeom>
                  <a:avLst/>
                  <a:gdLst>
                    <a:gd name="T0" fmla="*/ 2 w 276"/>
                    <a:gd name="T1" fmla="*/ 134 h 134"/>
                    <a:gd name="T2" fmla="*/ 2 w 276"/>
                    <a:gd name="T3" fmla="*/ 134 h 134"/>
                    <a:gd name="T4" fmla="*/ 16 w 276"/>
                    <a:gd name="T5" fmla="*/ 128 h 134"/>
                    <a:gd name="T6" fmla="*/ 238 w 276"/>
                    <a:gd name="T7" fmla="*/ 20 h 134"/>
                    <a:gd name="T8" fmla="*/ 238 w 276"/>
                    <a:gd name="T9" fmla="*/ 20 h 134"/>
                    <a:gd name="T10" fmla="*/ 260 w 276"/>
                    <a:gd name="T11" fmla="*/ 12 h 134"/>
                    <a:gd name="T12" fmla="*/ 260 w 276"/>
                    <a:gd name="T13" fmla="*/ 12 h 134"/>
                    <a:gd name="T14" fmla="*/ 268 w 276"/>
                    <a:gd name="T15" fmla="*/ 10 h 134"/>
                    <a:gd name="T16" fmla="*/ 274 w 276"/>
                    <a:gd name="T17" fmla="*/ 6 h 134"/>
                    <a:gd name="T18" fmla="*/ 274 w 276"/>
                    <a:gd name="T19" fmla="*/ 6 h 134"/>
                    <a:gd name="T20" fmla="*/ 276 w 276"/>
                    <a:gd name="T21" fmla="*/ 2 h 134"/>
                    <a:gd name="T22" fmla="*/ 274 w 276"/>
                    <a:gd name="T23" fmla="*/ 2 h 134"/>
                    <a:gd name="T24" fmla="*/ 268 w 276"/>
                    <a:gd name="T25" fmla="*/ 0 h 134"/>
                    <a:gd name="T26" fmla="*/ 268 w 276"/>
                    <a:gd name="T27" fmla="*/ 0 h 134"/>
                    <a:gd name="T28" fmla="*/ 258 w 276"/>
                    <a:gd name="T29" fmla="*/ 2 h 134"/>
                    <a:gd name="T30" fmla="*/ 248 w 276"/>
                    <a:gd name="T31" fmla="*/ 6 h 134"/>
                    <a:gd name="T32" fmla="*/ 248 w 276"/>
                    <a:gd name="T33" fmla="*/ 6 h 134"/>
                    <a:gd name="T34" fmla="*/ 222 w 276"/>
                    <a:gd name="T35" fmla="*/ 18 h 134"/>
                    <a:gd name="T36" fmla="*/ 16 w 276"/>
                    <a:gd name="T37" fmla="*/ 124 h 134"/>
                    <a:gd name="T38" fmla="*/ 16 w 276"/>
                    <a:gd name="T39" fmla="*/ 124 h 134"/>
                    <a:gd name="T40" fmla="*/ 0 w 276"/>
                    <a:gd name="T41" fmla="*/ 132 h 134"/>
                    <a:gd name="T42" fmla="*/ 0 w 276"/>
                    <a:gd name="T43" fmla="*/ 132 h 134"/>
                    <a:gd name="T44" fmla="*/ 0 w 276"/>
                    <a:gd name="T45" fmla="*/ 134 h 134"/>
                    <a:gd name="T46" fmla="*/ 0 w 276"/>
                    <a:gd name="T47" fmla="*/ 134 h 134"/>
                    <a:gd name="T48" fmla="*/ 2 w 276"/>
                    <a:gd name="T49" fmla="*/ 134 h 134"/>
                    <a:gd name="T50" fmla="*/ 2 w 276"/>
                    <a:gd name="T51" fmla="*/ 134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76" h="134">
                      <a:moveTo>
                        <a:pt x="2" y="134"/>
                      </a:moveTo>
                      <a:lnTo>
                        <a:pt x="2" y="134"/>
                      </a:lnTo>
                      <a:lnTo>
                        <a:pt x="16" y="128"/>
                      </a:lnTo>
                      <a:lnTo>
                        <a:pt x="238" y="20"/>
                      </a:lnTo>
                      <a:lnTo>
                        <a:pt x="238" y="20"/>
                      </a:lnTo>
                      <a:lnTo>
                        <a:pt x="260" y="12"/>
                      </a:lnTo>
                      <a:lnTo>
                        <a:pt x="260" y="12"/>
                      </a:lnTo>
                      <a:lnTo>
                        <a:pt x="268" y="10"/>
                      </a:lnTo>
                      <a:lnTo>
                        <a:pt x="274" y="6"/>
                      </a:lnTo>
                      <a:lnTo>
                        <a:pt x="274" y="6"/>
                      </a:lnTo>
                      <a:lnTo>
                        <a:pt x="276" y="2"/>
                      </a:lnTo>
                      <a:lnTo>
                        <a:pt x="274" y="2"/>
                      </a:lnTo>
                      <a:lnTo>
                        <a:pt x="268" y="0"/>
                      </a:lnTo>
                      <a:lnTo>
                        <a:pt x="268" y="0"/>
                      </a:lnTo>
                      <a:lnTo>
                        <a:pt x="258" y="2"/>
                      </a:lnTo>
                      <a:lnTo>
                        <a:pt x="248" y="6"/>
                      </a:lnTo>
                      <a:lnTo>
                        <a:pt x="248" y="6"/>
                      </a:lnTo>
                      <a:lnTo>
                        <a:pt x="222" y="18"/>
                      </a:lnTo>
                      <a:lnTo>
                        <a:pt x="16" y="124"/>
                      </a:lnTo>
                      <a:lnTo>
                        <a:pt x="16" y="124"/>
                      </a:lnTo>
                      <a:lnTo>
                        <a:pt x="0" y="132"/>
                      </a:lnTo>
                      <a:lnTo>
                        <a:pt x="0" y="132"/>
                      </a:lnTo>
                      <a:lnTo>
                        <a:pt x="0" y="134"/>
                      </a:lnTo>
                      <a:lnTo>
                        <a:pt x="0" y="134"/>
                      </a:lnTo>
                      <a:lnTo>
                        <a:pt x="2" y="134"/>
                      </a:lnTo>
                      <a:lnTo>
                        <a:pt x="2" y="1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Freeform 24"/>
                <p:cNvSpPr>
                  <a:spLocks noEditPoints="1"/>
                </p:cNvSpPr>
                <p:nvPr/>
              </p:nvSpPr>
              <p:spPr bwMode="auto">
                <a:xfrm>
                  <a:off x="2743200" y="306388"/>
                  <a:ext cx="1876425" cy="2406650"/>
                </a:xfrm>
                <a:custGeom>
                  <a:avLst/>
                  <a:gdLst>
                    <a:gd name="T0" fmla="*/ 1052 w 1182"/>
                    <a:gd name="T1" fmla="*/ 606 h 1516"/>
                    <a:gd name="T2" fmla="*/ 928 w 1182"/>
                    <a:gd name="T3" fmla="*/ 580 h 1516"/>
                    <a:gd name="T4" fmla="*/ 738 w 1182"/>
                    <a:gd name="T5" fmla="*/ 592 h 1516"/>
                    <a:gd name="T6" fmla="*/ 590 w 1182"/>
                    <a:gd name="T7" fmla="*/ 640 h 1516"/>
                    <a:gd name="T8" fmla="*/ 408 w 1182"/>
                    <a:gd name="T9" fmla="*/ 740 h 1516"/>
                    <a:gd name="T10" fmla="*/ 404 w 1182"/>
                    <a:gd name="T11" fmla="*/ 716 h 1516"/>
                    <a:gd name="T12" fmla="*/ 416 w 1182"/>
                    <a:gd name="T13" fmla="*/ 696 h 1516"/>
                    <a:gd name="T14" fmla="*/ 410 w 1182"/>
                    <a:gd name="T15" fmla="*/ 684 h 1516"/>
                    <a:gd name="T16" fmla="*/ 400 w 1182"/>
                    <a:gd name="T17" fmla="*/ 674 h 1516"/>
                    <a:gd name="T18" fmla="*/ 390 w 1182"/>
                    <a:gd name="T19" fmla="*/ 670 h 1516"/>
                    <a:gd name="T20" fmla="*/ 382 w 1182"/>
                    <a:gd name="T21" fmla="*/ 670 h 1516"/>
                    <a:gd name="T22" fmla="*/ 360 w 1182"/>
                    <a:gd name="T23" fmla="*/ 676 h 1516"/>
                    <a:gd name="T24" fmla="*/ 346 w 1182"/>
                    <a:gd name="T25" fmla="*/ 692 h 1516"/>
                    <a:gd name="T26" fmla="*/ 336 w 1182"/>
                    <a:gd name="T27" fmla="*/ 652 h 1516"/>
                    <a:gd name="T28" fmla="*/ 330 w 1182"/>
                    <a:gd name="T29" fmla="*/ 454 h 1516"/>
                    <a:gd name="T30" fmla="*/ 278 w 1182"/>
                    <a:gd name="T31" fmla="*/ 264 h 1516"/>
                    <a:gd name="T32" fmla="*/ 202 w 1182"/>
                    <a:gd name="T33" fmla="*/ 132 h 1516"/>
                    <a:gd name="T34" fmla="*/ 102 w 1182"/>
                    <a:gd name="T35" fmla="*/ 36 h 1516"/>
                    <a:gd name="T36" fmla="*/ 26 w 1182"/>
                    <a:gd name="T37" fmla="*/ 612 h 1516"/>
                    <a:gd name="T38" fmla="*/ 42 w 1182"/>
                    <a:gd name="T39" fmla="*/ 658 h 1516"/>
                    <a:gd name="T40" fmla="*/ 16 w 1182"/>
                    <a:gd name="T41" fmla="*/ 1072 h 1516"/>
                    <a:gd name="T42" fmla="*/ 172 w 1182"/>
                    <a:gd name="T43" fmla="*/ 898 h 1516"/>
                    <a:gd name="T44" fmla="*/ 208 w 1182"/>
                    <a:gd name="T45" fmla="*/ 874 h 1516"/>
                    <a:gd name="T46" fmla="*/ 226 w 1182"/>
                    <a:gd name="T47" fmla="*/ 896 h 1516"/>
                    <a:gd name="T48" fmla="*/ 158 w 1182"/>
                    <a:gd name="T49" fmla="*/ 998 h 1516"/>
                    <a:gd name="T50" fmla="*/ 122 w 1182"/>
                    <a:gd name="T51" fmla="*/ 1062 h 1516"/>
                    <a:gd name="T52" fmla="*/ 162 w 1182"/>
                    <a:gd name="T53" fmla="*/ 1118 h 1516"/>
                    <a:gd name="T54" fmla="*/ 220 w 1182"/>
                    <a:gd name="T55" fmla="*/ 1036 h 1516"/>
                    <a:gd name="T56" fmla="*/ 276 w 1182"/>
                    <a:gd name="T57" fmla="*/ 942 h 1516"/>
                    <a:gd name="T58" fmla="*/ 306 w 1182"/>
                    <a:gd name="T59" fmla="*/ 920 h 1516"/>
                    <a:gd name="T60" fmla="*/ 316 w 1182"/>
                    <a:gd name="T61" fmla="*/ 942 h 1516"/>
                    <a:gd name="T62" fmla="*/ 250 w 1182"/>
                    <a:gd name="T63" fmla="*/ 1148 h 1516"/>
                    <a:gd name="T64" fmla="*/ 224 w 1182"/>
                    <a:gd name="T65" fmla="*/ 1250 h 1516"/>
                    <a:gd name="T66" fmla="*/ 232 w 1182"/>
                    <a:gd name="T67" fmla="*/ 1342 h 1516"/>
                    <a:gd name="T68" fmla="*/ 242 w 1182"/>
                    <a:gd name="T69" fmla="*/ 1400 h 1516"/>
                    <a:gd name="T70" fmla="*/ 258 w 1182"/>
                    <a:gd name="T71" fmla="*/ 1432 h 1516"/>
                    <a:gd name="T72" fmla="*/ 310 w 1182"/>
                    <a:gd name="T73" fmla="*/ 1496 h 1516"/>
                    <a:gd name="T74" fmla="*/ 314 w 1182"/>
                    <a:gd name="T75" fmla="*/ 1458 h 1516"/>
                    <a:gd name="T76" fmla="*/ 300 w 1182"/>
                    <a:gd name="T77" fmla="*/ 1390 h 1516"/>
                    <a:gd name="T78" fmla="*/ 316 w 1182"/>
                    <a:gd name="T79" fmla="*/ 1298 h 1516"/>
                    <a:gd name="T80" fmla="*/ 350 w 1182"/>
                    <a:gd name="T81" fmla="*/ 1252 h 1516"/>
                    <a:gd name="T82" fmla="*/ 378 w 1182"/>
                    <a:gd name="T83" fmla="*/ 1242 h 1516"/>
                    <a:gd name="T84" fmla="*/ 426 w 1182"/>
                    <a:gd name="T85" fmla="*/ 1228 h 1516"/>
                    <a:gd name="T86" fmla="*/ 440 w 1182"/>
                    <a:gd name="T87" fmla="*/ 1210 h 1516"/>
                    <a:gd name="T88" fmla="*/ 480 w 1182"/>
                    <a:gd name="T89" fmla="*/ 1202 h 1516"/>
                    <a:gd name="T90" fmla="*/ 554 w 1182"/>
                    <a:gd name="T91" fmla="*/ 1172 h 1516"/>
                    <a:gd name="T92" fmla="*/ 620 w 1182"/>
                    <a:gd name="T93" fmla="*/ 1120 h 1516"/>
                    <a:gd name="T94" fmla="*/ 612 w 1182"/>
                    <a:gd name="T95" fmla="*/ 1058 h 1516"/>
                    <a:gd name="T96" fmla="*/ 558 w 1182"/>
                    <a:gd name="T97" fmla="*/ 938 h 1516"/>
                    <a:gd name="T98" fmla="*/ 688 w 1182"/>
                    <a:gd name="T99" fmla="*/ 1006 h 1516"/>
                    <a:gd name="T100" fmla="*/ 760 w 1182"/>
                    <a:gd name="T101" fmla="*/ 1020 h 1516"/>
                    <a:gd name="T102" fmla="*/ 818 w 1182"/>
                    <a:gd name="T103" fmla="*/ 992 h 1516"/>
                    <a:gd name="T104" fmla="*/ 852 w 1182"/>
                    <a:gd name="T105" fmla="*/ 966 h 1516"/>
                    <a:gd name="T106" fmla="*/ 890 w 1182"/>
                    <a:gd name="T107" fmla="*/ 942 h 1516"/>
                    <a:gd name="T108" fmla="*/ 898 w 1182"/>
                    <a:gd name="T109" fmla="*/ 922 h 1516"/>
                    <a:gd name="T110" fmla="*/ 932 w 1182"/>
                    <a:gd name="T111" fmla="*/ 904 h 1516"/>
                    <a:gd name="T112" fmla="*/ 936 w 1182"/>
                    <a:gd name="T113" fmla="*/ 892 h 1516"/>
                    <a:gd name="T114" fmla="*/ 984 w 1182"/>
                    <a:gd name="T115" fmla="*/ 858 h 1516"/>
                    <a:gd name="T116" fmla="*/ 1020 w 1182"/>
                    <a:gd name="T117" fmla="*/ 838 h 1516"/>
                    <a:gd name="T118" fmla="*/ 1064 w 1182"/>
                    <a:gd name="T119" fmla="*/ 826 h 1516"/>
                    <a:gd name="T120" fmla="*/ 1086 w 1182"/>
                    <a:gd name="T121" fmla="*/ 814 h 1516"/>
                    <a:gd name="T122" fmla="*/ 1168 w 1182"/>
                    <a:gd name="T123" fmla="*/ 760 h 1516"/>
                    <a:gd name="T124" fmla="*/ 390 w 1182"/>
                    <a:gd name="T125" fmla="*/ 678 h 15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182" h="1516">
                      <a:moveTo>
                        <a:pt x="1136" y="650"/>
                      </a:moveTo>
                      <a:lnTo>
                        <a:pt x="1098" y="626"/>
                      </a:lnTo>
                      <a:lnTo>
                        <a:pt x="1098" y="626"/>
                      </a:lnTo>
                      <a:lnTo>
                        <a:pt x="1086" y="620"/>
                      </a:lnTo>
                      <a:lnTo>
                        <a:pt x="1052" y="606"/>
                      </a:lnTo>
                      <a:lnTo>
                        <a:pt x="1026" y="598"/>
                      </a:lnTo>
                      <a:lnTo>
                        <a:pt x="998" y="590"/>
                      </a:lnTo>
                      <a:lnTo>
                        <a:pt x="964" y="584"/>
                      </a:lnTo>
                      <a:lnTo>
                        <a:pt x="928" y="580"/>
                      </a:lnTo>
                      <a:lnTo>
                        <a:pt x="928" y="580"/>
                      </a:lnTo>
                      <a:lnTo>
                        <a:pt x="890" y="578"/>
                      </a:lnTo>
                      <a:lnTo>
                        <a:pt x="852" y="578"/>
                      </a:lnTo>
                      <a:lnTo>
                        <a:pt x="814" y="580"/>
                      </a:lnTo>
                      <a:lnTo>
                        <a:pt x="776" y="586"/>
                      </a:lnTo>
                      <a:lnTo>
                        <a:pt x="738" y="592"/>
                      </a:lnTo>
                      <a:lnTo>
                        <a:pt x="700" y="602"/>
                      </a:lnTo>
                      <a:lnTo>
                        <a:pt x="662" y="614"/>
                      </a:lnTo>
                      <a:lnTo>
                        <a:pt x="622" y="628"/>
                      </a:lnTo>
                      <a:lnTo>
                        <a:pt x="622" y="628"/>
                      </a:lnTo>
                      <a:lnTo>
                        <a:pt x="590" y="640"/>
                      </a:lnTo>
                      <a:lnTo>
                        <a:pt x="558" y="654"/>
                      </a:lnTo>
                      <a:lnTo>
                        <a:pt x="496" y="686"/>
                      </a:lnTo>
                      <a:lnTo>
                        <a:pt x="444" y="716"/>
                      </a:lnTo>
                      <a:lnTo>
                        <a:pt x="408" y="740"/>
                      </a:lnTo>
                      <a:lnTo>
                        <a:pt x="408" y="740"/>
                      </a:lnTo>
                      <a:lnTo>
                        <a:pt x="404" y="736"/>
                      </a:lnTo>
                      <a:lnTo>
                        <a:pt x="404" y="736"/>
                      </a:lnTo>
                      <a:lnTo>
                        <a:pt x="406" y="728"/>
                      </a:lnTo>
                      <a:lnTo>
                        <a:pt x="404" y="716"/>
                      </a:lnTo>
                      <a:lnTo>
                        <a:pt x="404" y="716"/>
                      </a:lnTo>
                      <a:lnTo>
                        <a:pt x="410" y="714"/>
                      </a:lnTo>
                      <a:lnTo>
                        <a:pt x="414" y="708"/>
                      </a:lnTo>
                      <a:lnTo>
                        <a:pt x="414" y="708"/>
                      </a:lnTo>
                      <a:lnTo>
                        <a:pt x="416" y="702"/>
                      </a:lnTo>
                      <a:lnTo>
                        <a:pt x="416" y="696"/>
                      </a:lnTo>
                      <a:lnTo>
                        <a:pt x="414" y="690"/>
                      </a:lnTo>
                      <a:lnTo>
                        <a:pt x="408" y="686"/>
                      </a:lnTo>
                      <a:lnTo>
                        <a:pt x="408" y="686"/>
                      </a:lnTo>
                      <a:lnTo>
                        <a:pt x="406" y="686"/>
                      </a:lnTo>
                      <a:lnTo>
                        <a:pt x="410" y="684"/>
                      </a:lnTo>
                      <a:lnTo>
                        <a:pt x="406" y="680"/>
                      </a:lnTo>
                      <a:lnTo>
                        <a:pt x="404" y="680"/>
                      </a:lnTo>
                      <a:lnTo>
                        <a:pt x="404" y="678"/>
                      </a:lnTo>
                      <a:lnTo>
                        <a:pt x="402" y="672"/>
                      </a:lnTo>
                      <a:lnTo>
                        <a:pt x="400" y="674"/>
                      </a:lnTo>
                      <a:lnTo>
                        <a:pt x="400" y="672"/>
                      </a:lnTo>
                      <a:lnTo>
                        <a:pt x="398" y="672"/>
                      </a:lnTo>
                      <a:lnTo>
                        <a:pt x="394" y="670"/>
                      </a:lnTo>
                      <a:lnTo>
                        <a:pt x="392" y="672"/>
                      </a:lnTo>
                      <a:lnTo>
                        <a:pt x="390" y="670"/>
                      </a:lnTo>
                      <a:lnTo>
                        <a:pt x="388" y="670"/>
                      </a:lnTo>
                      <a:lnTo>
                        <a:pt x="388" y="674"/>
                      </a:lnTo>
                      <a:lnTo>
                        <a:pt x="388" y="676"/>
                      </a:lnTo>
                      <a:lnTo>
                        <a:pt x="388" y="676"/>
                      </a:lnTo>
                      <a:lnTo>
                        <a:pt x="382" y="670"/>
                      </a:lnTo>
                      <a:lnTo>
                        <a:pt x="382" y="670"/>
                      </a:lnTo>
                      <a:lnTo>
                        <a:pt x="376" y="668"/>
                      </a:lnTo>
                      <a:lnTo>
                        <a:pt x="370" y="670"/>
                      </a:lnTo>
                      <a:lnTo>
                        <a:pt x="364" y="672"/>
                      </a:lnTo>
                      <a:lnTo>
                        <a:pt x="360" y="676"/>
                      </a:lnTo>
                      <a:lnTo>
                        <a:pt x="360" y="676"/>
                      </a:lnTo>
                      <a:lnTo>
                        <a:pt x="358" y="682"/>
                      </a:lnTo>
                      <a:lnTo>
                        <a:pt x="358" y="686"/>
                      </a:lnTo>
                      <a:lnTo>
                        <a:pt x="358" y="686"/>
                      </a:lnTo>
                      <a:lnTo>
                        <a:pt x="346" y="692"/>
                      </a:lnTo>
                      <a:lnTo>
                        <a:pt x="338" y="698"/>
                      </a:lnTo>
                      <a:lnTo>
                        <a:pt x="338" y="698"/>
                      </a:lnTo>
                      <a:lnTo>
                        <a:pt x="334" y="696"/>
                      </a:lnTo>
                      <a:lnTo>
                        <a:pt x="334" y="696"/>
                      </a:lnTo>
                      <a:lnTo>
                        <a:pt x="336" y="652"/>
                      </a:lnTo>
                      <a:lnTo>
                        <a:pt x="338" y="592"/>
                      </a:lnTo>
                      <a:lnTo>
                        <a:pt x="336" y="524"/>
                      </a:lnTo>
                      <a:lnTo>
                        <a:pt x="334" y="488"/>
                      </a:lnTo>
                      <a:lnTo>
                        <a:pt x="330" y="454"/>
                      </a:lnTo>
                      <a:lnTo>
                        <a:pt x="330" y="454"/>
                      </a:lnTo>
                      <a:lnTo>
                        <a:pt x="322" y="412"/>
                      </a:lnTo>
                      <a:lnTo>
                        <a:pt x="314" y="372"/>
                      </a:lnTo>
                      <a:lnTo>
                        <a:pt x="304" y="334"/>
                      </a:lnTo>
                      <a:lnTo>
                        <a:pt x="292" y="298"/>
                      </a:lnTo>
                      <a:lnTo>
                        <a:pt x="278" y="264"/>
                      </a:lnTo>
                      <a:lnTo>
                        <a:pt x="262" y="230"/>
                      </a:lnTo>
                      <a:lnTo>
                        <a:pt x="244" y="196"/>
                      </a:lnTo>
                      <a:lnTo>
                        <a:pt x="224" y="164"/>
                      </a:lnTo>
                      <a:lnTo>
                        <a:pt x="224" y="164"/>
                      </a:lnTo>
                      <a:lnTo>
                        <a:pt x="202" y="132"/>
                      </a:lnTo>
                      <a:lnTo>
                        <a:pt x="182" y="106"/>
                      </a:lnTo>
                      <a:lnTo>
                        <a:pt x="160" y="84"/>
                      </a:lnTo>
                      <a:lnTo>
                        <a:pt x="142" y="68"/>
                      </a:lnTo>
                      <a:lnTo>
                        <a:pt x="114" y="44"/>
                      </a:lnTo>
                      <a:lnTo>
                        <a:pt x="102" y="36"/>
                      </a:lnTo>
                      <a:lnTo>
                        <a:pt x="62" y="14"/>
                      </a:lnTo>
                      <a:lnTo>
                        <a:pt x="20" y="0"/>
                      </a:lnTo>
                      <a:lnTo>
                        <a:pt x="0" y="2"/>
                      </a:lnTo>
                      <a:lnTo>
                        <a:pt x="0" y="598"/>
                      </a:lnTo>
                      <a:lnTo>
                        <a:pt x="26" y="612"/>
                      </a:lnTo>
                      <a:lnTo>
                        <a:pt x="64" y="640"/>
                      </a:lnTo>
                      <a:lnTo>
                        <a:pt x="88" y="658"/>
                      </a:lnTo>
                      <a:lnTo>
                        <a:pt x="88" y="660"/>
                      </a:lnTo>
                      <a:lnTo>
                        <a:pt x="88" y="660"/>
                      </a:lnTo>
                      <a:lnTo>
                        <a:pt x="42" y="658"/>
                      </a:lnTo>
                      <a:lnTo>
                        <a:pt x="20" y="660"/>
                      </a:lnTo>
                      <a:lnTo>
                        <a:pt x="0" y="662"/>
                      </a:lnTo>
                      <a:lnTo>
                        <a:pt x="0" y="1086"/>
                      </a:lnTo>
                      <a:lnTo>
                        <a:pt x="0" y="1086"/>
                      </a:lnTo>
                      <a:lnTo>
                        <a:pt x="16" y="1072"/>
                      </a:lnTo>
                      <a:lnTo>
                        <a:pt x="16" y="1072"/>
                      </a:lnTo>
                      <a:lnTo>
                        <a:pt x="52" y="1030"/>
                      </a:lnTo>
                      <a:lnTo>
                        <a:pt x="112" y="962"/>
                      </a:lnTo>
                      <a:lnTo>
                        <a:pt x="144" y="926"/>
                      </a:lnTo>
                      <a:lnTo>
                        <a:pt x="172" y="898"/>
                      </a:lnTo>
                      <a:lnTo>
                        <a:pt x="192" y="878"/>
                      </a:lnTo>
                      <a:lnTo>
                        <a:pt x="200" y="874"/>
                      </a:lnTo>
                      <a:lnTo>
                        <a:pt x="204" y="872"/>
                      </a:lnTo>
                      <a:lnTo>
                        <a:pt x="204" y="872"/>
                      </a:lnTo>
                      <a:lnTo>
                        <a:pt x="208" y="874"/>
                      </a:lnTo>
                      <a:lnTo>
                        <a:pt x="212" y="874"/>
                      </a:lnTo>
                      <a:lnTo>
                        <a:pt x="224" y="872"/>
                      </a:lnTo>
                      <a:lnTo>
                        <a:pt x="238" y="866"/>
                      </a:lnTo>
                      <a:lnTo>
                        <a:pt x="252" y="860"/>
                      </a:lnTo>
                      <a:lnTo>
                        <a:pt x="226" y="896"/>
                      </a:lnTo>
                      <a:lnTo>
                        <a:pt x="218" y="910"/>
                      </a:lnTo>
                      <a:lnTo>
                        <a:pt x="202" y="924"/>
                      </a:lnTo>
                      <a:lnTo>
                        <a:pt x="186" y="950"/>
                      </a:lnTo>
                      <a:lnTo>
                        <a:pt x="182" y="958"/>
                      </a:lnTo>
                      <a:lnTo>
                        <a:pt x="158" y="998"/>
                      </a:lnTo>
                      <a:lnTo>
                        <a:pt x="162" y="1004"/>
                      </a:lnTo>
                      <a:lnTo>
                        <a:pt x="160" y="1010"/>
                      </a:lnTo>
                      <a:lnTo>
                        <a:pt x="150" y="1012"/>
                      </a:lnTo>
                      <a:lnTo>
                        <a:pt x="140" y="1032"/>
                      </a:lnTo>
                      <a:lnTo>
                        <a:pt x="122" y="1062"/>
                      </a:lnTo>
                      <a:lnTo>
                        <a:pt x="120" y="1094"/>
                      </a:lnTo>
                      <a:lnTo>
                        <a:pt x="128" y="1120"/>
                      </a:lnTo>
                      <a:lnTo>
                        <a:pt x="142" y="1104"/>
                      </a:lnTo>
                      <a:lnTo>
                        <a:pt x="134" y="1124"/>
                      </a:lnTo>
                      <a:lnTo>
                        <a:pt x="162" y="1118"/>
                      </a:lnTo>
                      <a:lnTo>
                        <a:pt x="188" y="1100"/>
                      </a:lnTo>
                      <a:lnTo>
                        <a:pt x="206" y="1070"/>
                      </a:lnTo>
                      <a:lnTo>
                        <a:pt x="218" y="1052"/>
                      </a:lnTo>
                      <a:lnTo>
                        <a:pt x="216" y="1042"/>
                      </a:lnTo>
                      <a:lnTo>
                        <a:pt x="220" y="1036"/>
                      </a:lnTo>
                      <a:lnTo>
                        <a:pt x="228" y="1038"/>
                      </a:lnTo>
                      <a:lnTo>
                        <a:pt x="250" y="998"/>
                      </a:lnTo>
                      <a:lnTo>
                        <a:pt x="254" y="992"/>
                      </a:lnTo>
                      <a:lnTo>
                        <a:pt x="272" y="964"/>
                      </a:lnTo>
                      <a:lnTo>
                        <a:pt x="276" y="942"/>
                      </a:lnTo>
                      <a:lnTo>
                        <a:pt x="284" y="930"/>
                      </a:lnTo>
                      <a:lnTo>
                        <a:pt x="302" y="890"/>
                      </a:lnTo>
                      <a:lnTo>
                        <a:pt x="302" y="890"/>
                      </a:lnTo>
                      <a:lnTo>
                        <a:pt x="304" y="906"/>
                      </a:lnTo>
                      <a:lnTo>
                        <a:pt x="306" y="920"/>
                      </a:lnTo>
                      <a:lnTo>
                        <a:pt x="310" y="932"/>
                      </a:lnTo>
                      <a:lnTo>
                        <a:pt x="312" y="936"/>
                      </a:lnTo>
                      <a:lnTo>
                        <a:pt x="314" y="938"/>
                      </a:lnTo>
                      <a:lnTo>
                        <a:pt x="314" y="938"/>
                      </a:lnTo>
                      <a:lnTo>
                        <a:pt x="316" y="942"/>
                      </a:lnTo>
                      <a:lnTo>
                        <a:pt x="316" y="952"/>
                      </a:lnTo>
                      <a:lnTo>
                        <a:pt x="308" y="980"/>
                      </a:lnTo>
                      <a:lnTo>
                        <a:pt x="296" y="1018"/>
                      </a:lnTo>
                      <a:lnTo>
                        <a:pt x="282" y="1062"/>
                      </a:lnTo>
                      <a:lnTo>
                        <a:pt x="250" y="1148"/>
                      </a:lnTo>
                      <a:lnTo>
                        <a:pt x="230" y="1198"/>
                      </a:lnTo>
                      <a:lnTo>
                        <a:pt x="230" y="1198"/>
                      </a:lnTo>
                      <a:lnTo>
                        <a:pt x="228" y="1208"/>
                      </a:lnTo>
                      <a:lnTo>
                        <a:pt x="226" y="1220"/>
                      </a:lnTo>
                      <a:lnTo>
                        <a:pt x="224" y="1250"/>
                      </a:lnTo>
                      <a:lnTo>
                        <a:pt x="224" y="1278"/>
                      </a:lnTo>
                      <a:lnTo>
                        <a:pt x="224" y="1304"/>
                      </a:lnTo>
                      <a:lnTo>
                        <a:pt x="224" y="1304"/>
                      </a:lnTo>
                      <a:lnTo>
                        <a:pt x="228" y="1324"/>
                      </a:lnTo>
                      <a:lnTo>
                        <a:pt x="232" y="1342"/>
                      </a:lnTo>
                      <a:lnTo>
                        <a:pt x="236" y="1362"/>
                      </a:lnTo>
                      <a:lnTo>
                        <a:pt x="236" y="1362"/>
                      </a:lnTo>
                      <a:lnTo>
                        <a:pt x="238" y="1380"/>
                      </a:lnTo>
                      <a:lnTo>
                        <a:pt x="240" y="1394"/>
                      </a:lnTo>
                      <a:lnTo>
                        <a:pt x="242" y="1400"/>
                      </a:lnTo>
                      <a:lnTo>
                        <a:pt x="246" y="1404"/>
                      </a:lnTo>
                      <a:lnTo>
                        <a:pt x="246" y="1404"/>
                      </a:lnTo>
                      <a:lnTo>
                        <a:pt x="252" y="1412"/>
                      </a:lnTo>
                      <a:lnTo>
                        <a:pt x="254" y="1420"/>
                      </a:lnTo>
                      <a:lnTo>
                        <a:pt x="258" y="1432"/>
                      </a:lnTo>
                      <a:lnTo>
                        <a:pt x="244" y="1448"/>
                      </a:lnTo>
                      <a:lnTo>
                        <a:pt x="258" y="1516"/>
                      </a:lnTo>
                      <a:lnTo>
                        <a:pt x="304" y="1516"/>
                      </a:lnTo>
                      <a:lnTo>
                        <a:pt x="304" y="1516"/>
                      </a:lnTo>
                      <a:lnTo>
                        <a:pt x="310" y="1496"/>
                      </a:lnTo>
                      <a:lnTo>
                        <a:pt x="310" y="1496"/>
                      </a:lnTo>
                      <a:lnTo>
                        <a:pt x="314" y="1482"/>
                      </a:lnTo>
                      <a:lnTo>
                        <a:pt x="314" y="1470"/>
                      </a:lnTo>
                      <a:lnTo>
                        <a:pt x="314" y="1458"/>
                      </a:lnTo>
                      <a:lnTo>
                        <a:pt x="314" y="1458"/>
                      </a:lnTo>
                      <a:lnTo>
                        <a:pt x="314" y="1452"/>
                      </a:lnTo>
                      <a:lnTo>
                        <a:pt x="312" y="1440"/>
                      </a:lnTo>
                      <a:lnTo>
                        <a:pt x="310" y="1418"/>
                      </a:lnTo>
                      <a:lnTo>
                        <a:pt x="300" y="1390"/>
                      </a:lnTo>
                      <a:lnTo>
                        <a:pt x="300" y="1390"/>
                      </a:lnTo>
                      <a:lnTo>
                        <a:pt x="298" y="1372"/>
                      </a:lnTo>
                      <a:lnTo>
                        <a:pt x="298" y="1356"/>
                      </a:lnTo>
                      <a:lnTo>
                        <a:pt x="300" y="1338"/>
                      </a:lnTo>
                      <a:lnTo>
                        <a:pt x="306" y="1322"/>
                      </a:lnTo>
                      <a:lnTo>
                        <a:pt x="316" y="1298"/>
                      </a:lnTo>
                      <a:lnTo>
                        <a:pt x="320" y="1290"/>
                      </a:lnTo>
                      <a:lnTo>
                        <a:pt x="320" y="1290"/>
                      </a:lnTo>
                      <a:lnTo>
                        <a:pt x="326" y="1280"/>
                      </a:lnTo>
                      <a:lnTo>
                        <a:pt x="342" y="1262"/>
                      </a:lnTo>
                      <a:lnTo>
                        <a:pt x="350" y="1252"/>
                      </a:lnTo>
                      <a:lnTo>
                        <a:pt x="360" y="1246"/>
                      </a:lnTo>
                      <a:lnTo>
                        <a:pt x="368" y="1242"/>
                      </a:lnTo>
                      <a:lnTo>
                        <a:pt x="374" y="1240"/>
                      </a:lnTo>
                      <a:lnTo>
                        <a:pt x="378" y="1242"/>
                      </a:lnTo>
                      <a:lnTo>
                        <a:pt x="378" y="1242"/>
                      </a:lnTo>
                      <a:lnTo>
                        <a:pt x="386" y="1244"/>
                      </a:lnTo>
                      <a:lnTo>
                        <a:pt x="394" y="1242"/>
                      </a:lnTo>
                      <a:lnTo>
                        <a:pt x="404" y="1240"/>
                      </a:lnTo>
                      <a:lnTo>
                        <a:pt x="412" y="1236"/>
                      </a:lnTo>
                      <a:lnTo>
                        <a:pt x="426" y="1228"/>
                      </a:lnTo>
                      <a:lnTo>
                        <a:pt x="430" y="1224"/>
                      </a:lnTo>
                      <a:lnTo>
                        <a:pt x="430" y="1224"/>
                      </a:lnTo>
                      <a:lnTo>
                        <a:pt x="432" y="1220"/>
                      </a:lnTo>
                      <a:lnTo>
                        <a:pt x="436" y="1216"/>
                      </a:lnTo>
                      <a:lnTo>
                        <a:pt x="440" y="1210"/>
                      </a:lnTo>
                      <a:lnTo>
                        <a:pt x="446" y="1206"/>
                      </a:lnTo>
                      <a:lnTo>
                        <a:pt x="454" y="1204"/>
                      </a:lnTo>
                      <a:lnTo>
                        <a:pt x="466" y="1202"/>
                      </a:lnTo>
                      <a:lnTo>
                        <a:pt x="480" y="1202"/>
                      </a:lnTo>
                      <a:lnTo>
                        <a:pt x="480" y="1202"/>
                      </a:lnTo>
                      <a:lnTo>
                        <a:pt x="488" y="1204"/>
                      </a:lnTo>
                      <a:lnTo>
                        <a:pt x="496" y="1202"/>
                      </a:lnTo>
                      <a:lnTo>
                        <a:pt x="514" y="1196"/>
                      </a:lnTo>
                      <a:lnTo>
                        <a:pt x="534" y="1186"/>
                      </a:lnTo>
                      <a:lnTo>
                        <a:pt x="554" y="1172"/>
                      </a:lnTo>
                      <a:lnTo>
                        <a:pt x="586" y="1148"/>
                      </a:lnTo>
                      <a:lnTo>
                        <a:pt x="598" y="1136"/>
                      </a:lnTo>
                      <a:lnTo>
                        <a:pt x="616" y="1120"/>
                      </a:lnTo>
                      <a:lnTo>
                        <a:pt x="616" y="1120"/>
                      </a:lnTo>
                      <a:lnTo>
                        <a:pt x="620" y="1120"/>
                      </a:lnTo>
                      <a:lnTo>
                        <a:pt x="622" y="1120"/>
                      </a:lnTo>
                      <a:lnTo>
                        <a:pt x="624" y="1116"/>
                      </a:lnTo>
                      <a:lnTo>
                        <a:pt x="624" y="1104"/>
                      </a:lnTo>
                      <a:lnTo>
                        <a:pt x="620" y="1086"/>
                      </a:lnTo>
                      <a:lnTo>
                        <a:pt x="612" y="1058"/>
                      </a:lnTo>
                      <a:lnTo>
                        <a:pt x="598" y="1018"/>
                      </a:lnTo>
                      <a:lnTo>
                        <a:pt x="598" y="1018"/>
                      </a:lnTo>
                      <a:lnTo>
                        <a:pt x="590" y="998"/>
                      </a:lnTo>
                      <a:lnTo>
                        <a:pt x="580" y="978"/>
                      </a:lnTo>
                      <a:lnTo>
                        <a:pt x="558" y="938"/>
                      </a:lnTo>
                      <a:lnTo>
                        <a:pt x="558" y="938"/>
                      </a:lnTo>
                      <a:lnTo>
                        <a:pt x="586" y="948"/>
                      </a:lnTo>
                      <a:lnTo>
                        <a:pt x="628" y="970"/>
                      </a:lnTo>
                      <a:lnTo>
                        <a:pt x="658" y="986"/>
                      </a:lnTo>
                      <a:lnTo>
                        <a:pt x="688" y="1006"/>
                      </a:lnTo>
                      <a:lnTo>
                        <a:pt x="722" y="1020"/>
                      </a:lnTo>
                      <a:lnTo>
                        <a:pt x="722" y="1020"/>
                      </a:lnTo>
                      <a:lnTo>
                        <a:pt x="738" y="1022"/>
                      </a:lnTo>
                      <a:lnTo>
                        <a:pt x="750" y="1022"/>
                      </a:lnTo>
                      <a:lnTo>
                        <a:pt x="760" y="1020"/>
                      </a:lnTo>
                      <a:lnTo>
                        <a:pt x="760" y="1020"/>
                      </a:lnTo>
                      <a:lnTo>
                        <a:pt x="776" y="1012"/>
                      </a:lnTo>
                      <a:lnTo>
                        <a:pt x="802" y="1000"/>
                      </a:lnTo>
                      <a:lnTo>
                        <a:pt x="802" y="1000"/>
                      </a:lnTo>
                      <a:lnTo>
                        <a:pt x="818" y="992"/>
                      </a:lnTo>
                      <a:lnTo>
                        <a:pt x="830" y="986"/>
                      </a:lnTo>
                      <a:lnTo>
                        <a:pt x="836" y="980"/>
                      </a:lnTo>
                      <a:lnTo>
                        <a:pt x="836" y="980"/>
                      </a:lnTo>
                      <a:lnTo>
                        <a:pt x="846" y="972"/>
                      </a:lnTo>
                      <a:lnTo>
                        <a:pt x="852" y="966"/>
                      </a:lnTo>
                      <a:lnTo>
                        <a:pt x="858" y="962"/>
                      </a:lnTo>
                      <a:lnTo>
                        <a:pt x="858" y="962"/>
                      </a:lnTo>
                      <a:lnTo>
                        <a:pt x="868" y="960"/>
                      </a:lnTo>
                      <a:lnTo>
                        <a:pt x="880" y="952"/>
                      </a:lnTo>
                      <a:lnTo>
                        <a:pt x="890" y="942"/>
                      </a:lnTo>
                      <a:lnTo>
                        <a:pt x="894" y="936"/>
                      </a:lnTo>
                      <a:lnTo>
                        <a:pt x="894" y="930"/>
                      </a:lnTo>
                      <a:lnTo>
                        <a:pt x="894" y="930"/>
                      </a:lnTo>
                      <a:lnTo>
                        <a:pt x="896" y="926"/>
                      </a:lnTo>
                      <a:lnTo>
                        <a:pt x="898" y="922"/>
                      </a:lnTo>
                      <a:lnTo>
                        <a:pt x="904" y="916"/>
                      </a:lnTo>
                      <a:lnTo>
                        <a:pt x="914" y="910"/>
                      </a:lnTo>
                      <a:lnTo>
                        <a:pt x="914" y="910"/>
                      </a:lnTo>
                      <a:lnTo>
                        <a:pt x="924" y="908"/>
                      </a:lnTo>
                      <a:lnTo>
                        <a:pt x="932" y="904"/>
                      </a:lnTo>
                      <a:lnTo>
                        <a:pt x="934" y="902"/>
                      </a:lnTo>
                      <a:lnTo>
                        <a:pt x="934" y="900"/>
                      </a:lnTo>
                      <a:lnTo>
                        <a:pt x="934" y="900"/>
                      </a:lnTo>
                      <a:lnTo>
                        <a:pt x="934" y="896"/>
                      </a:lnTo>
                      <a:lnTo>
                        <a:pt x="936" y="892"/>
                      </a:lnTo>
                      <a:lnTo>
                        <a:pt x="944" y="882"/>
                      </a:lnTo>
                      <a:lnTo>
                        <a:pt x="956" y="868"/>
                      </a:lnTo>
                      <a:lnTo>
                        <a:pt x="956" y="868"/>
                      </a:lnTo>
                      <a:lnTo>
                        <a:pt x="972" y="862"/>
                      </a:lnTo>
                      <a:lnTo>
                        <a:pt x="984" y="858"/>
                      </a:lnTo>
                      <a:lnTo>
                        <a:pt x="990" y="854"/>
                      </a:lnTo>
                      <a:lnTo>
                        <a:pt x="990" y="854"/>
                      </a:lnTo>
                      <a:lnTo>
                        <a:pt x="996" y="848"/>
                      </a:lnTo>
                      <a:lnTo>
                        <a:pt x="1006" y="842"/>
                      </a:lnTo>
                      <a:lnTo>
                        <a:pt x="1020" y="838"/>
                      </a:lnTo>
                      <a:lnTo>
                        <a:pt x="1032" y="836"/>
                      </a:lnTo>
                      <a:lnTo>
                        <a:pt x="1032" y="836"/>
                      </a:lnTo>
                      <a:lnTo>
                        <a:pt x="1044" y="836"/>
                      </a:lnTo>
                      <a:lnTo>
                        <a:pt x="1054" y="832"/>
                      </a:lnTo>
                      <a:lnTo>
                        <a:pt x="1064" y="826"/>
                      </a:lnTo>
                      <a:lnTo>
                        <a:pt x="1064" y="826"/>
                      </a:lnTo>
                      <a:lnTo>
                        <a:pt x="1072" y="820"/>
                      </a:lnTo>
                      <a:lnTo>
                        <a:pt x="1080" y="816"/>
                      </a:lnTo>
                      <a:lnTo>
                        <a:pt x="1086" y="814"/>
                      </a:lnTo>
                      <a:lnTo>
                        <a:pt x="1086" y="814"/>
                      </a:lnTo>
                      <a:lnTo>
                        <a:pt x="1096" y="812"/>
                      </a:lnTo>
                      <a:lnTo>
                        <a:pt x="1106" y="808"/>
                      </a:lnTo>
                      <a:lnTo>
                        <a:pt x="1118" y="802"/>
                      </a:lnTo>
                      <a:lnTo>
                        <a:pt x="1148" y="782"/>
                      </a:lnTo>
                      <a:lnTo>
                        <a:pt x="1168" y="760"/>
                      </a:lnTo>
                      <a:lnTo>
                        <a:pt x="1180" y="738"/>
                      </a:lnTo>
                      <a:lnTo>
                        <a:pt x="1182" y="712"/>
                      </a:lnTo>
                      <a:lnTo>
                        <a:pt x="1168" y="680"/>
                      </a:lnTo>
                      <a:lnTo>
                        <a:pt x="1136" y="650"/>
                      </a:lnTo>
                      <a:close/>
                      <a:moveTo>
                        <a:pt x="390" y="678"/>
                      </a:moveTo>
                      <a:lnTo>
                        <a:pt x="390" y="680"/>
                      </a:lnTo>
                      <a:lnTo>
                        <a:pt x="390" y="678"/>
                      </a:lnTo>
                      <a:lnTo>
                        <a:pt x="390" y="678"/>
                      </a:lnTo>
                      <a:lnTo>
                        <a:pt x="390" y="678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4" name="Group 92"/>
              <p:cNvGrpSpPr>
                <a:grpSpLocks noChangeAspect="1"/>
              </p:cNvGrpSpPr>
              <p:nvPr/>
            </p:nvGrpSpPr>
            <p:grpSpPr>
              <a:xfrm>
                <a:off x="4" y="2846361"/>
                <a:ext cx="930494" cy="1301751"/>
                <a:chOff x="5073650" y="2381609"/>
                <a:chExt cx="1257300" cy="175895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  <a:effectLst/>
            </p:grpSpPr>
            <p:sp>
              <p:nvSpPr>
                <p:cNvPr id="200" name="Freeform 49"/>
                <p:cNvSpPr>
                  <a:spLocks/>
                </p:cNvSpPr>
                <p:nvPr/>
              </p:nvSpPr>
              <p:spPr bwMode="auto">
                <a:xfrm>
                  <a:off x="5073650" y="3192463"/>
                  <a:ext cx="114300" cy="177800"/>
                </a:xfrm>
                <a:custGeom>
                  <a:avLst/>
                  <a:gdLst>
                    <a:gd name="T0" fmla="*/ 70 w 72"/>
                    <a:gd name="T1" fmla="*/ 112 h 112"/>
                    <a:gd name="T2" fmla="*/ 70 w 72"/>
                    <a:gd name="T3" fmla="*/ 112 h 112"/>
                    <a:gd name="T4" fmla="*/ 72 w 72"/>
                    <a:gd name="T5" fmla="*/ 110 h 112"/>
                    <a:gd name="T6" fmla="*/ 72 w 72"/>
                    <a:gd name="T7" fmla="*/ 110 h 112"/>
                    <a:gd name="T8" fmla="*/ 64 w 72"/>
                    <a:gd name="T9" fmla="*/ 96 h 112"/>
                    <a:gd name="T10" fmla="*/ 8 w 72"/>
                    <a:gd name="T11" fmla="*/ 10 h 112"/>
                    <a:gd name="T12" fmla="*/ 8 w 72"/>
                    <a:gd name="T13" fmla="*/ 10 h 112"/>
                    <a:gd name="T14" fmla="*/ 2 w 72"/>
                    <a:gd name="T15" fmla="*/ 2 h 112"/>
                    <a:gd name="T16" fmla="*/ 0 w 72"/>
                    <a:gd name="T17" fmla="*/ 0 h 112"/>
                    <a:gd name="T18" fmla="*/ 0 w 72"/>
                    <a:gd name="T19" fmla="*/ 2 h 112"/>
                    <a:gd name="T20" fmla="*/ 0 w 72"/>
                    <a:gd name="T21" fmla="*/ 2 h 112"/>
                    <a:gd name="T22" fmla="*/ 2 w 72"/>
                    <a:gd name="T23" fmla="*/ 10 h 112"/>
                    <a:gd name="T24" fmla="*/ 8 w 72"/>
                    <a:gd name="T25" fmla="*/ 22 h 112"/>
                    <a:gd name="T26" fmla="*/ 60 w 72"/>
                    <a:gd name="T27" fmla="*/ 98 h 112"/>
                    <a:gd name="T28" fmla="*/ 60 w 72"/>
                    <a:gd name="T29" fmla="*/ 98 h 112"/>
                    <a:gd name="T30" fmla="*/ 66 w 72"/>
                    <a:gd name="T31" fmla="*/ 108 h 112"/>
                    <a:gd name="T32" fmla="*/ 70 w 72"/>
                    <a:gd name="T33" fmla="*/ 112 h 112"/>
                    <a:gd name="T34" fmla="*/ 70 w 72"/>
                    <a:gd name="T35" fmla="*/ 112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2" h="112">
                      <a:moveTo>
                        <a:pt x="70" y="112"/>
                      </a:moveTo>
                      <a:lnTo>
                        <a:pt x="70" y="112"/>
                      </a:lnTo>
                      <a:lnTo>
                        <a:pt x="72" y="110"/>
                      </a:lnTo>
                      <a:lnTo>
                        <a:pt x="72" y="110"/>
                      </a:lnTo>
                      <a:lnTo>
                        <a:pt x="64" y="96"/>
                      </a:lnTo>
                      <a:lnTo>
                        <a:pt x="8" y="10"/>
                      </a:lnTo>
                      <a:lnTo>
                        <a:pt x="8" y="10"/>
                      </a:lnTo>
                      <a:lnTo>
                        <a:pt x="2" y="2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2" y="10"/>
                      </a:lnTo>
                      <a:lnTo>
                        <a:pt x="8" y="22"/>
                      </a:lnTo>
                      <a:lnTo>
                        <a:pt x="60" y="98"/>
                      </a:lnTo>
                      <a:lnTo>
                        <a:pt x="60" y="98"/>
                      </a:lnTo>
                      <a:lnTo>
                        <a:pt x="66" y="108"/>
                      </a:lnTo>
                      <a:lnTo>
                        <a:pt x="70" y="112"/>
                      </a:lnTo>
                      <a:lnTo>
                        <a:pt x="70" y="1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50"/>
                <p:cNvSpPr>
                  <a:spLocks/>
                </p:cNvSpPr>
                <p:nvPr/>
              </p:nvSpPr>
              <p:spPr bwMode="auto">
                <a:xfrm>
                  <a:off x="5191125" y="3379788"/>
                  <a:ext cx="0" cy="3175"/>
                </a:xfrm>
                <a:custGeom>
                  <a:avLst/>
                  <a:gdLst>
                    <a:gd name="T0" fmla="*/ 0 h 2"/>
                    <a:gd name="T1" fmla="*/ 0 h 2"/>
                    <a:gd name="T2" fmla="*/ 2 h 2"/>
                    <a:gd name="T3" fmla="*/ 2 h 2"/>
                    <a:gd name="T4" fmla="*/ 0 h 2"/>
                    <a:gd name="T5" fmla="*/ 0 h 2"/>
                    <a:gd name="T6" fmla="*/ 0 h 2"/>
                    <a:gd name="T7" fmla="*/ 0 h 2"/>
                    <a:gd name="T8" fmla="*/ 0 h 2"/>
                    <a:gd name="T9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2" name="Freeform 51"/>
                <p:cNvSpPr>
                  <a:spLocks/>
                </p:cNvSpPr>
                <p:nvPr/>
              </p:nvSpPr>
              <p:spPr bwMode="auto">
                <a:xfrm>
                  <a:off x="5210175" y="2935288"/>
                  <a:ext cx="292100" cy="434975"/>
                </a:xfrm>
                <a:custGeom>
                  <a:avLst/>
                  <a:gdLst>
                    <a:gd name="T0" fmla="*/ 2 w 184"/>
                    <a:gd name="T1" fmla="*/ 274 h 274"/>
                    <a:gd name="T2" fmla="*/ 2 w 184"/>
                    <a:gd name="T3" fmla="*/ 274 h 274"/>
                    <a:gd name="T4" fmla="*/ 12 w 184"/>
                    <a:gd name="T5" fmla="*/ 260 h 274"/>
                    <a:gd name="T6" fmla="*/ 160 w 184"/>
                    <a:gd name="T7" fmla="*/ 36 h 274"/>
                    <a:gd name="T8" fmla="*/ 160 w 184"/>
                    <a:gd name="T9" fmla="*/ 36 h 274"/>
                    <a:gd name="T10" fmla="*/ 168 w 184"/>
                    <a:gd name="T11" fmla="*/ 26 h 274"/>
                    <a:gd name="T12" fmla="*/ 176 w 184"/>
                    <a:gd name="T13" fmla="*/ 18 h 274"/>
                    <a:gd name="T14" fmla="*/ 176 w 184"/>
                    <a:gd name="T15" fmla="*/ 18 h 274"/>
                    <a:gd name="T16" fmla="*/ 182 w 184"/>
                    <a:gd name="T17" fmla="*/ 12 h 274"/>
                    <a:gd name="T18" fmla="*/ 184 w 184"/>
                    <a:gd name="T19" fmla="*/ 4 h 274"/>
                    <a:gd name="T20" fmla="*/ 184 w 184"/>
                    <a:gd name="T21" fmla="*/ 4 h 274"/>
                    <a:gd name="T22" fmla="*/ 184 w 184"/>
                    <a:gd name="T23" fmla="*/ 2 h 274"/>
                    <a:gd name="T24" fmla="*/ 182 w 184"/>
                    <a:gd name="T25" fmla="*/ 0 h 274"/>
                    <a:gd name="T26" fmla="*/ 180 w 184"/>
                    <a:gd name="T27" fmla="*/ 0 h 274"/>
                    <a:gd name="T28" fmla="*/ 176 w 184"/>
                    <a:gd name="T29" fmla="*/ 2 h 274"/>
                    <a:gd name="T30" fmla="*/ 176 w 184"/>
                    <a:gd name="T31" fmla="*/ 2 h 274"/>
                    <a:gd name="T32" fmla="*/ 168 w 184"/>
                    <a:gd name="T33" fmla="*/ 10 h 274"/>
                    <a:gd name="T34" fmla="*/ 160 w 184"/>
                    <a:gd name="T35" fmla="*/ 20 h 274"/>
                    <a:gd name="T36" fmla="*/ 160 w 184"/>
                    <a:gd name="T37" fmla="*/ 20 h 274"/>
                    <a:gd name="T38" fmla="*/ 144 w 184"/>
                    <a:gd name="T39" fmla="*/ 44 h 274"/>
                    <a:gd name="T40" fmla="*/ 8 w 184"/>
                    <a:gd name="T41" fmla="*/ 258 h 274"/>
                    <a:gd name="T42" fmla="*/ 8 w 184"/>
                    <a:gd name="T43" fmla="*/ 258 h 274"/>
                    <a:gd name="T44" fmla="*/ 0 w 184"/>
                    <a:gd name="T45" fmla="*/ 272 h 274"/>
                    <a:gd name="T46" fmla="*/ 0 w 184"/>
                    <a:gd name="T47" fmla="*/ 272 h 274"/>
                    <a:gd name="T48" fmla="*/ 0 w 184"/>
                    <a:gd name="T49" fmla="*/ 274 h 274"/>
                    <a:gd name="T50" fmla="*/ 0 w 184"/>
                    <a:gd name="T51" fmla="*/ 274 h 274"/>
                    <a:gd name="T52" fmla="*/ 2 w 184"/>
                    <a:gd name="T53" fmla="*/ 274 h 274"/>
                    <a:gd name="T54" fmla="*/ 2 w 184"/>
                    <a:gd name="T55" fmla="*/ 274 h 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4" h="274">
                      <a:moveTo>
                        <a:pt x="2" y="274"/>
                      </a:moveTo>
                      <a:lnTo>
                        <a:pt x="2" y="274"/>
                      </a:lnTo>
                      <a:lnTo>
                        <a:pt x="12" y="260"/>
                      </a:lnTo>
                      <a:lnTo>
                        <a:pt x="160" y="36"/>
                      </a:lnTo>
                      <a:lnTo>
                        <a:pt x="160" y="36"/>
                      </a:lnTo>
                      <a:lnTo>
                        <a:pt x="168" y="26"/>
                      </a:lnTo>
                      <a:lnTo>
                        <a:pt x="176" y="18"/>
                      </a:lnTo>
                      <a:lnTo>
                        <a:pt x="176" y="18"/>
                      </a:lnTo>
                      <a:lnTo>
                        <a:pt x="182" y="12"/>
                      </a:lnTo>
                      <a:lnTo>
                        <a:pt x="184" y="4"/>
                      </a:lnTo>
                      <a:lnTo>
                        <a:pt x="184" y="4"/>
                      </a:lnTo>
                      <a:lnTo>
                        <a:pt x="184" y="2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176" y="2"/>
                      </a:lnTo>
                      <a:lnTo>
                        <a:pt x="176" y="2"/>
                      </a:lnTo>
                      <a:lnTo>
                        <a:pt x="168" y="10"/>
                      </a:lnTo>
                      <a:lnTo>
                        <a:pt x="160" y="20"/>
                      </a:lnTo>
                      <a:lnTo>
                        <a:pt x="160" y="20"/>
                      </a:lnTo>
                      <a:lnTo>
                        <a:pt x="144" y="44"/>
                      </a:lnTo>
                      <a:lnTo>
                        <a:pt x="8" y="258"/>
                      </a:lnTo>
                      <a:lnTo>
                        <a:pt x="8" y="258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4"/>
                      </a:lnTo>
                      <a:lnTo>
                        <a:pt x="0" y="274"/>
                      </a:lnTo>
                      <a:lnTo>
                        <a:pt x="2" y="274"/>
                      </a:lnTo>
                      <a:lnTo>
                        <a:pt x="2" y="2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Freeform 52"/>
                <p:cNvSpPr>
                  <a:spLocks noEditPoints="1"/>
                </p:cNvSpPr>
                <p:nvPr/>
              </p:nvSpPr>
              <p:spPr bwMode="auto">
                <a:xfrm>
                  <a:off x="5073650" y="2381609"/>
                  <a:ext cx="1257300" cy="1758950"/>
                </a:xfrm>
                <a:custGeom>
                  <a:avLst/>
                  <a:gdLst>
                    <a:gd name="T0" fmla="*/ 780 w 792"/>
                    <a:gd name="T1" fmla="*/ 16 h 1108"/>
                    <a:gd name="T2" fmla="*/ 752 w 792"/>
                    <a:gd name="T3" fmla="*/ 4 h 1108"/>
                    <a:gd name="T4" fmla="*/ 622 w 792"/>
                    <a:gd name="T5" fmla="*/ 26 h 1108"/>
                    <a:gd name="T6" fmla="*/ 230 w 792"/>
                    <a:gd name="T7" fmla="*/ 382 h 1108"/>
                    <a:gd name="T8" fmla="*/ 118 w 792"/>
                    <a:gd name="T9" fmla="*/ 576 h 1108"/>
                    <a:gd name="T10" fmla="*/ 106 w 792"/>
                    <a:gd name="T11" fmla="*/ 550 h 1108"/>
                    <a:gd name="T12" fmla="*/ 112 w 792"/>
                    <a:gd name="T13" fmla="*/ 538 h 1108"/>
                    <a:gd name="T14" fmla="*/ 94 w 792"/>
                    <a:gd name="T15" fmla="*/ 520 h 1108"/>
                    <a:gd name="T16" fmla="*/ 90 w 792"/>
                    <a:gd name="T17" fmla="*/ 516 h 1108"/>
                    <a:gd name="T18" fmla="*/ 80 w 792"/>
                    <a:gd name="T19" fmla="*/ 512 h 1108"/>
                    <a:gd name="T20" fmla="*/ 72 w 792"/>
                    <a:gd name="T21" fmla="*/ 516 h 1108"/>
                    <a:gd name="T22" fmla="*/ 68 w 792"/>
                    <a:gd name="T23" fmla="*/ 522 h 1108"/>
                    <a:gd name="T24" fmla="*/ 56 w 792"/>
                    <a:gd name="T25" fmla="*/ 522 h 1108"/>
                    <a:gd name="T26" fmla="*/ 44 w 792"/>
                    <a:gd name="T27" fmla="*/ 538 h 1108"/>
                    <a:gd name="T28" fmla="*/ 40 w 792"/>
                    <a:gd name="T29" fmla="*/ 560 h 1108"/>
                    <a:gd name="T30" fmla="*/ 0 w 792"/>
                    <a:gd name="T31" fmla="*/ 900 h 1108"/>
                    <a:gd name="T32" fmla="*/ 46 w 792"/>
                    <a:gd name="T33" fmla="*/ 738 h 1108"/>
                    <a:gd name="T34" fmla="*/ 32 w 792"/>
                    <a:gd name="T35" fmla="*/ 854 h 1108"/>
                    <a:gd name="T36" fmla="*/ 40 w 792"/>
                    <a:gd name="T37" fmla="*/ 950 h 1108"/>
                    <a:gd name="T38" fmla="*/ 32 w 792"/>
                    <a:gd name="T39" fmla="*/ 1026 h 1108"/>
                    <a:gd name="T40" fmla="*/ 80 w 792"/>
                    <a:gd name="T41" fmla="*/ 1078 h 1108"/>
                    <a:gd name="T42" fmla="*/ 120 w 792"/>
                    <a:gd name="T43" fmla="*/ 964 h 1108"/>
                    <a:gd name="T44" fmla="*/ 120 w 792"/>
                    <a:gd name="T45" fmla="*/ 896 h 1108"/>
                    <a:gd name="T46" fmla="*/ 114 w 792"/>
                    <a:gd name="T47" fmla="*/ 814 h 1108"/>
                    <a:gd name="T48" fmla="*/ 108 w 792"/>
                    <a:gd name="T49" fmla="*/ 732 h 1108"/>
                    <a:gd name="T50" fmla="*/ 156 w 792"/>
                    <a:gd name="T51" fmla="*/ 900 h 1108"/>
                    <a:gd name="T52" fmla="*/ 204 w 792"/>
                    <a:gd name="T53" fmla="*/ 1010 h 1108"/>
                    <a:gd name="T54" fmla="*/ 242 w 792"/>
                    <a:gd name="T55" fmla="*/ 1064 h 1108"/>
                    <a:gd name="T56" fmla="*/ 294 w 792"/>
                    <a:gd name="T57" fmla="*/ 1102 h 1108"/>
                    <a:gd name="T58" fmla="*/ 316 w 792"/>
                    <a:gd name="T59" fmla="*/ 1104 h 1108"/>
                    <a:gd name="T60" fmla="*/ 366 w 792"/>
                    <a:gd name="T61" fmla="*/ 1096 h 1108"/>
                    <a:gd name="T62" fmla="*/ 408 w 792"/>
                    <a:gd name="T63" fmla="*/ 1072 h 1108"/>
                    <a:gd name="T64" fmla="*/ 432 w 792"/>
                    <a:gd name="T65" fmla="*/ 1058 h 1108"/>
                    <a:gd name="T66" fmla="*/ 454 w 792"/>
                    <a:gd name="T67" fmla="*/ 1034 h 1108"/>
                    <a:gd name="T68" fmla="*/ 470 w 792"/>
                    <a:gd name="T69" fmla="*/ 1030 h 1108"/>
                    <a:gd name="T70" fmla="*/ 502 w 792"/>
                    <a:gd name="T71" fmla="*/ 1002 h 1108"/>
                    <a:gd name="T72" fmla="*/ 508 w 792"/>
                    <a:gd name="T73" fmla="*/ 988 h 1108"/>
                    <a:gd name="T74" fmla="*/ 534 w 792"/>
                    <a:gd name="T75" fmla="*/ 974 h 1108"/>
                    <a:gd name="T76" fmla="*/ 550 w 792"/>
                    <a:gd name="T77" fmla="*/ 952 h 1108"/>
                    <a:gd name="T78" fmla="*/ 576 w 792"/>
                    <a:gd name="T79" fmla="*/ 860 h 1108"/>
                    <a:gd name="T80" fmla="*/ 580 w 792"/>
                    <a:gd name="T81" fmla="*/ 832 h 1108"/>
                    <a:gd name="T82" fmla="*/ 524 w 792"/>
                    <a:gd name="T83" fmla="*/ 726 h 1108"/>
                    <a:gd name="T84" fmla="*/ 460 w 792"/>
                    <a:gd name="T85" fmla="*/ 674 h 1108"/>
                    <a:gd name="T86" fmla="*/ 564 w 792"/>
                    <a:gd name="T87" fmla="*/ 630 h 1108"/>
                    <a:gd name="T88" fmla="*/ 694 w 792"/>
                    <a:gd name="T89" fmla="*/ 536 h 1108"/>
                    <a:gd name="T90" fmla="*/ 756 w 792"/>
                    <a:gd name="T91" fmla="*/ 300 h 1108"/>
                    <a:gd name="T92" fmla="*/ 74 w 792"/>
                    <a:gd name="T93" fmla="*/ 522 h 1108"/>
                    <a:gd name="T94" fmla="*/ 74 w 792"/>
                    <a:gd name="T95" fmla="*/ 522 h 1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792" h="1108">
                      <a:moveTo>
                        <a:pt x="792" y="30"/>
                      </a:moveTo>
                      <a:lnTo>
                        <a:pt x="792" y="30"/>
                      </a:lnTo>
                      <a:lnTo>
                        <a:pt x="786" y="20"/>
                      </a:lnTo>
                      <a:lnTo>
                        <a:pt x="780" y="16"/>
                      </a:lnTo>
                      <a:lnTo>
                        <a:pt x="774" y="12"/>
                      </a:lnTo>
                      <a:lnTo>
                        <a:pt x="774" y="12"/>
                      </a:lnTo>
                      <a:lnTo>
                        <a:pt x="764" y="6"/>
                      </a:lnTo>
                      <a:lnTo>
                        <a:pt x="752" y="4"/>
                      </a:lnTo>
                      <a:lnTo>
                        <a:pt x="732" y="0"/>
                      </a:lnTo>
                      <a:lnTo>
                        <a:pt x="716" y="0"/>
                      </a:lnTo>
                      <a:lnTo>
                        <a:pt x="710" y="0"/>
                      </a:lnTo>
                      <a:lnTo>
                        <a:pt x="622" y="26"/>
                      </a:lnTo>
                      <a:lnTo>
                        <a:pt x="522" y="78"/>
                      </a:lnTo>
                      <a:lnTo>
                        <a:pt x="418" y="162"/>
                      </a:lnTo>
                      <a:lnTo>
                        <a:pt x="338" y="244"/>
                      </a:lnTo>
                      <a:lnTo>
                        <a:pt x="230" y="382"/>
                      </a:lnTo>
                      <a:lnTo>
                        <a:pt x="166" y="484"/>
                      </a:lnTo>
                      <a:lnTo>
                        <a:pt x="128" y="552"/>
                      </a:lnTo>
                      <a:lnTo>
                        <a:pt x="118" y="576"/>
                      </a:lnTo>
                      <a:lnTo>
                        <a:pt x="118" y="576"/>
                      </a:lnTo>
                      <a:lnTo>
                        <a:pt x="118" y="570"/>
                      </a:lnTo>
                      <a:lnTo>
                        <a:pt x="118" y="570"/>
                      </a:lnTo>
                      <a:lnTo>
                        <a:pt x="114" y="562"/>
                      </a:lnTo>
                      <a:lnTo>
                        <a:pt x="106" y="550"/>
                      </a:lnTo>
                      <a:lnTo>
                        <a:pt x="106" y="550"/>
                      </a:lnTo>
                      <a:lnTo>
                        <a:pt x="110" y="544"/>
                      </a:lnTo>
                      <a:lnTo>
                        <a:pt x="112" y="538"/>
                      </a:lnTo>
                      <a:lnTo>
                        <a:pt x="112" y="538"/>
                      </a:lnTo>
                      <a:lnTo>
                        <a:pt x="110" y="530"/>
                      </a:lnTo>
                      <a:lnTo>
                        <a:pt x="106" y="526"/>
                      </a:lnTo>
                      <a:lnTo>
                        <a:pt x="102" y="522"/>
                      </a:lnTo>
                      <a:lnTo>
                        <a:pt x="94" y="520"/>
                      </a:lnTo>
                      <a:lnTo>
                        <a:pt x="94" y="520"/>
                      </a:lnTo>
                      <a:lnTo>
                        <a:pt x="92" y="520"/>
                      </a:lnTo>
                      <a:lnTo>
                        <a:pt x="94" y="516"/>
                      </a:lnTo>
                      <a:lnTo>
                        <a:pt x="90" y="516"/>
                      </a:lnTo>
                      <a:lnTo>
                        <a:pt x="86" y="516"/>
                      </a:lnTo>
                      <a:lnTo>
                        <a:pt x="86" y="516"/>
                      </a:lnTo>
                      <a:lnTo>
                        <a:pt x="80" y="512"/>
                      </a:lnTo>
                      <a:lnTo>
                        <a:pt x="80" y="512"/>
                      </a:lnTo>
                      <a:lnTo>
                        <a:pt x="80" y="512"/>
                      </a:lnTo>
                      <a:lnTo>
                        <a:pt x="76" y="514"/>
                      </a:lnTo>
                      <a:lnTo>
                        <a:pt x="72" y="512"/>
                      </a:lnTo>
                      <a:lnTo>
                        <a:pt x="72" y="516"/>
                      </a:lnTo>
                      <a:lnTo>
                        <a:pt x="68" y="516"/>
                      </a:lnTo>
                      <a:lnTo>
                        <a:pt x="66" y="516"/>
                      </a:lnTo>
                      <a:lnTo>
                        <a:pt x="68" y="520"/>
                      </a:lnTo>
                      <a:lnTo>
                        <a:pt x="68" y="522"/>
                      </a:lnTo>
                      <a:lnTo>
                        <a:pt x="68" y="522"/>
                      </a:lnTo>
                      <a:lnTo>
                        <a:pt x="62" y="520"/>
                      </a:lnTo>
                      <a:lnTo>
                        <a:pt x="62" y="520"/>
                      </a:lnTo>
                      <a:lnTo>
                        <a:pt x="56" y="522"/>
                      </a:lnTo>
                      <a:lnTo>
                        <a:pt x="50" y="526"/>
                      </a:lnTo>
                      <a:lnTo>
                        <a:pt x="46" y="530"/>
                      </a:lnTo>
                      <a:lnTo>
                        <a:pt x="44" y="538"/>
                      </a:lnTo>
                      <a:lnTo>
                        <a:pt x="44" y="538"/>
                      </a:lnTo>
                      <a:lnTo>
                        <a:pt x="46" y="542"/>
                      </a:lnTo>
                      <a:lnTo>
                        <a:pt x="48" y="548"/>
                      </a:lnTo>
                      <a:lnTo>
                        <a:pt x="48" y="548"/>
                      </a:lnTo>
                      <a:lnTo>
                        <a:pt x="40" y="560"/>
                      </a:lnTo>
                      <a:lnTo>
                        <a:pt x="36" y="568"/>
                      </a:lnTo>
                      <a:lnTo>
                        <a:pt x="28" y="552"/>
                      </a:lnTo>
                      <a:lnTo>
                        <a:pt x="0" y="502"/>
                      </a:lnTo>
                      <a:lnTo>
                        <a:pt x="0" y="900"/>
                      </a:lnTo>
                      <a:lnTo>
                        <a:pt x="0" y="900"/>
                      </a:lnTo>
                      <a:lnTo>
                        <a:pt x="18" y="834"/>
                      </a:lnTo>
                      <a:lnTo>
                        <a:pt x="32" y="782"/>
                      </a:lnTo>
                      <a:lnTo>
                        <a:pt x="46" y="738"/>
                      </a:lnTo>
                      <a:lnTo>
                        <a:pt x="44" y="766"/>
                      </a:lnTo>
                      <a:lnTo>
                        <a:pt x="38" y="814"/>
                      </a:lnTo>
                      <a:lnTo>
                        <a:pt x="40" y="832"/>
                      </a:lnTo>
                      <a:lnTo>
                        <a:pt x="32" y="854"/>
                      </a:lnTo>
                      <a:lnTo>
                        <a:pt x="32" y="888"/>
                      </a:lnTo>
                      <a:lnTo>
                        <a:pt x="32" y="896"/>
                      </a:lnTo>
                      <a:lnTo>
                        <a:pt x="32" y="946"/>
                      </a:lnTo>
                      <a:lnTo>
                        <a:pt x="40" y="950"/>
                      </a:lnTo>
                      <a:lnTo>
                        <a:pt x="40" y="958"/>
                      </a:lnTo>
                      <a:lnTo>
                        <a:pt x="32" y="964"/>
                      </a:lnTo>
                      <a:lnTo>
                        <a:pt x="32" y="988"/>
                      </a:lnTo>
                      <a:lnTo>
                        <a:pt x="32" y="1026"/>
                      </a:lnTo>
                      <a:lnTo>
                        <a:pt x="48" y="1058"/>
                      </a:lnTo>
                      <a:lnTo>
                        <a:pt x="72" y="1078"/>
                      </a:lnTo>
                      <a:lnTo>
                        <a:pt x="76" y="1056"/>
                      </a:lnTo>
                      <a:lnTo>
                        <a:pt x="80" y="1078"/>
                      </a:lnTo>
                      <a:lnTo>
                        <a:pt x="104" y="1058"/>
                      </a:lnTo>
                      <a:lnTo>
                        <a:pt x="120" y="1026"/>
                      </a:lnTo>
                      <a:lnTo>
                        <a:pt x="120" y="988"/>
                      </a:lnTo>
                      <a:lnTo>
                        <a:pt x="120" y="964"/>
                      </a:lnTo>
                      <a:lnTo>
                        <a:pt x="112" y="958"/>
                      </a:lnTo>
                      <a:lnTo>
                        <a:pt x="112" y="950"/>
                      </a:lnTo>
                      <a:lnTo>
                        <a:pt x="120" y="946"/>
                      </a:lnTo>
                      <a:lnTo>
                        <a:pt x="120" y="896"/>
                      </a:lnTo>
                      <a:lnTo>
                        <a:pt x="120" y="888"/>
                      </a:lnTo>
                      <a:lnTo>
                        <a:pt x="120" y="854"/>
                      </a:lnTo>
                      <a:lnTo>
                        <a:pt x="112" y="832"/>
                      </a:lnTo>
                      <a:lnTo>
                        <a:pt x="114" y="814"/>
                      </a:lnTo>
                      <a:lnTo>
                        <a:pt x="108" y="766"/>
                      </a:lnTo>
                      <a:lnTo>
                        <a:pt x="106" y="738"/>
                      </a:lnTo>
                      <a:lnTo>
                        <a:pt x="106" y="738"/>
                      </a:lnTo>
                      <a:lnTo>
                        <a:pt x="108" y="732"/>
                      </a:lnTo>
                      <a:lnTo>
                        <a:pt x="108" y="732"/>
                      </a:lnTo>
                      <a:lnTo>
                        <a:pt x="122" y="778"/>
                      </a:lnTo>
                      <a:lnTo>
                        <a:pt x="138" y="834"/>
                      </a:lnTo>
                      <a:lnTo>
                        <a:pt x="156" y="900"/>
                      </a:lnTo>
                      <a:lnTo>
                        <a:pt x="156" y="900"/>
                      </a:lnTo>
                      <a:lnTo>
                        <a:pt x="174" y="942"/>
                      </a:lnTo>
                      <a:lnTo>
                        <a:pt x="190" y="978"/>
                      </a:lnTo>
                      <a:lnTo>
                        <a:pt x="204" y="1010"/>
                      </a:lnTo>
                      <a:lnTo>
                        <a:pt x="204" y="1010"/>
                      </a:lnTo>
                      <a:lnTo>
                        <a:pt x="218" y="1034"/>
                      </a:lnTo>
                      <a:lnTo>
                        <a:pt x="230" y="1050"/>
                      </a:lnTo>
                      <a:lnTo>
                        <a:pt x="242" y="1064"/>
                      </a:lnTo>
                      <a:lnTo>
                        <a:pt x="268" y="1090"/>
                      </a:lnTo>
                      <a:lnTo>
                        <a:pt x="284" y="1100"/>
                      </a:lnTo>
                      <a:lnTo>
                        <a:pt x="294" y="1102"/>
                      </a:lnTo>
                      <a:lnTo>
                        <a:pt x="294" y="1102"/>
                      </a:lnTo>
                      <a:lnTo>
                        <a:pt x="296" y="1100"/>
                      </a:lnTo>
                      <a:lnTo>
                        <a:pt x="300" y="1098"/>
                      </a:lnTo>
                      <a:lnTo>
                        <a:pt x="308" y="1100"/>
                      </a:lnTo>
                      <a:lnTo>
                        <a:pt x="316" y="1104"/>
                      </a:lnTo>
                      <a:lnTo>
                        <a:pt x="316" y="1104"/>
                      </a:lnTo>
                      <a:lnTo>
                        <a:pt x="322" y="1108"/>
                      </a:lnTo>
                      <a:lnTo>
                        <a:pt x="350" y="1108"/>
                      </a:lnTo>
                      <a:lnTo>
                        <a:pt x="366" y="1096"/>
                      </a:lnTo>
                      <a:lnTo>
                        <a:pt x="384" y="1082"/>
                      </a:lnTo>
                      <a:lnTo>
                        <a:pt x="384" y="1082"/>
                      </a:lnTo>
                      <a:lnTo>
                        <a:pt x="396" y="1076"/>
                      </a:lnTo>
                      <a:lnTo>
                        <a:pt x="408" y="1072"/>
                      </a:lnTo>
                      <a:lnTo>
                        <a:pt x="418" y="1068"/>
                      </a:lnTo>
                      <a:lnTo>
                        <a:pt x="418" y="1068"/>
                      </a:lnTo>
                      <a:lnTo>
                        <a:pt x="426" y="1064"/>
                      </a:lnTo>
                      <a:lnTo>
                        <a:pt x="432" y="1058"/>
                      </a:lnTo>
                      <a:lnTo>
                        <a:pt x="438" y="1050"/>
                      </a:lnTo>
                      <a:lnTo>
                        <a:pt x="438" y="1050"/>
                      </a:lnTo>
                      <a:lnTo>
                        <a:pt x="446" y="1040"/>
                      </a:lnTo>
                      <a:lnTo>
                        <a:pt x="454" y="1034"/>
                      </a:lnTo>
                      <a:lnTo>
                        <a:pt x="458" y="1032"/>
                      </a:lnTo>
                      <a:lnTo>
                        <a:pt x="462" y="1030"/>
                      </a:lnTo>
                      <a:lnTo>
                        <a:pt x="462" y="1030"/>
                      </a:lnTo>
                      <a:lnTo>
                        <a:pt x="470" y="1030"/>
                      </a:lnTo>
                      <a:lnTo>
                        <a:pt x="480" y="1026"/>
                      </a:lnTo>
                      <a:lnTo>
                        <a:pt x="492" y="1014"/>
                      </a:lnTo>
                      <a:lnTo>
                        <a:pt x="492" y="1014"/>
                      </a:lnTo>
                      <a:lnTo>
                        <a:pt x="502" y="1002"/>
                      </a:lnTo>
                      <a:lnTo>
                        <a:pt x="506" y="992"/>
                      </a:lnTo>
                      <a:lnTo>
                        <a:pt x="506" y="992"/>
                      </a:lnTo>
                      <a:lnTo>
                        <a:pt x="506" y="992"/>
                      </a:lnTo>
                      <a:lnTo>
                        <a:pt x="508" y="988"/>
                      </a:lnTo>
                      <a:lnTo>
                        <a:pt x="514" y="982"/>
                      </a:lnTo>
                      <a:lnTo>
                        <a:pt x="526" y="976"/>
                      </a:lnTo>
                      <a:lnTo>
                        <a:pt x="526" y="976"/>
                      </a:lnTo>
                      <a:lnTo>
                        <a:pt x="534" y="974"/>
                      </a:lnTo>
                      <a:lnTo>
                        <a:pt x="538" y="970"/>
                      </a:lnTo>
                      <a:lnTo>
                        <a:pt x="546" y="962"/>
                      </a:lnTo>
                      <a:lnTo>
                        <a:pt x="548" y="954"/>
                      </a:lnTo>
                      <a:lnTo>
                        <a:pt x="550" y="952"/>
                      </a:lnTo>
                      <a:lnTo>
                        <a:pt x="560" y="916"/>
                      </a:lnTo>
                      <a:lnTo>
                        <a:pt x="576" y="890"/>
                      </a:lnTo>
                      <a:lnTo>
                        <a:pt x="576" y="860"/>
                      </a:lnTo>
                      <a:lnTo>
                        <a:pt x="576" y="860"/>
                      </a:lnTo>
                      <a:lnTo>
                        <a:pt x="578" y="850"/>
                      </a:lnTo>
                      <a:lnTo>
                        <a:pt x="580" y="840"/>
                      </a:lnTo>
                      <a:lnTo>
                        <a:pt x="580" y="832"/>
                      </a:lnTo>
                      <a:lnTo>
                        <a:pt x="580" y="832"/>
                      </a:lnTo>
                      <a:lnTo>
                        <a:pt x="576" y="820"/>
                      </a:lnTo>
                      <a:lnTo>
                        <a:pt x="572" y="808"/>
                      </a:lnTo>
                      <a:lnTo>
                        <a:pt x="566" y="792"/>
                      </a:lnTo>
                      <a:lnTo>
                        <a:pt x="524" y="726"/>
                      </a:lnTo>
                      <a:lnTo>
                        <a:pt x="524" y="726"/>
                      </a:lnTo>
                      <a:lnTo>
                        <a:pt x="474" y="680"/>
                      </a:lnTo>
                      <a:lnTo>
                        <a:pt x="474" y="680"/>
                      </a:lnTo>
                      <a:lnTo>
                        <a:pt x="460" y="674"/>
                      </a:lnTo>
                      <a:lnTo>
                        <a:pt x="438" y="666"/>
                      </a:lnTo>
                      <a:lnTo>
                        <a:pt x="384" y="646"/>
                      </a:lnTo>
                      <a:lnTo>
                        <a:pt x="524" y="634"/>
                      </a:lnTo>
                      <a:lnTo>
                        <a:pt x="564" y="630"/>
                      </a:lnTo>
                      <a:lnTo>
                        <a:pt x="606" y="624"/>
                      </a:lnTo>
                      <a:lnTo>
                        <a:pt x="636" y="608"/>
                      </a:lnTo>
                      <a:lnTo>
                        <a:pt x="666" y="580"/>
                      </a:lnTo>
                      <a:lnTo>
                        <a:pt x="694" y="536"/>
                      </a:lnTo>
                      <a:lnTo>
                        <a:pt x="714" y="486"/>
                      </a:lnTo>
                      <a:lnTo>
                        <a:pt x="724" y="454"/>
                      </a:lnTo>
                      <a:lnTo>
                        <a:pt x="742" y="360"/>
                      </a:lnTo>
                      <a:lnTo>
                        <a:pt x="756" y="300"/>
                      </a:lnTo>
                      <a:lnTo>
                        <a:pt x="788" y="150"/>
                      </a:lnTo>
                      <a:lnTo>
                        <a:pt x="792" y="100"/>
                      </a:lnTo>
                      <a:lnTo>
                        <a:pt x="792" y="30"/>
                      </a:lnTo>
                      <a:close/>
                      <a:moveTo>
                        <a:pt x="74" y="522"/>
                      </a:moveTo>
                      <a:lnTo>
                        <a:pt x="74" y="524"/>
                      </a:lnTo>
                      <a:lnTo>
                        <a:pt x="72" y="522"/>
                      </a:lnTo>
                      <a:lnTo>
                        <a:pt x="74" y="522"/>
                      </a:lnTo>
                      <a:lnTo>
                        <a:pt x="74" y="52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14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16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6000"/>
                    </a:scheme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5" name="Group 97"/>
              <p:cNvGrpSpPr>
                <a:grpSpLocks noChangeAspect="1"/>
              </p:cNvGrpSpPr>
              <p:nvPr/>
            </p:nvGrpSpPr>
            <p:grpSpPr>
              <a:xfrm>
                <a:off x="4876750" y="5704502"/>
                <a:ext cx="1752575" cy="1153497"/>
                <a:chOff x="4978400" y="152400"/>
                <a:chExt cx="2489200" cy="16383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96" name="Freeform 28"/>
                <p:cNvSpPr>
                  <a:spLocks/>
                </p:cNvSpPr>
                <p:nvPr/>
              </p:nvSpPr>
              <p:spPr bwMode="auto">
                <a:xfrm>
                  <a:off x="6003925" y="923925"/>
                  <a:ext cx="22225" cy="546100"/>
                </a:xfrm>
                <a:custGeom>
                  <a:avLst/>
                  <a:gdLst>
                    <a:gd name="T0" fmla="*/ 12 w 14"/>
                    <a:gd name="T1" fmla="*/ 344 h 344"/>
                    <a:gd name="T2" fmla="*/ 12 w 14"/>
                    <a:gd name="T3" fmla="*/ 344 h 344"/>
                    <a:gd name="T4" fmla="*/ 14 w 14"/>
                    <a:gd name="T5" fmla="*/ 344 h 344"/>
                    <a:gd name="T6" fmla="*/ 14 w 14"/>
                    <a:gd name="T7" fmla="*/ 344 h 344"/>
                    <a:gd name="T8" fmla="*/ 14 w 14"/>
                    <a:gd name="T9" fmla="*/ 326 h 344"/>
                    <a:gd name="T10" fmla="*/ 14 w 14"/>
                    <a:gd name="T11" fmla="*/ 58 h 344"/>
                    <a:gd name="T12" fmla="*/ 14 w 14"/>
                    <a:gd name="T13" fmla="*/ 58 h 344"/>
                    <a:gd name="T14" fmla="*/ 14 w 14"/>
                    <a:gd name="T15" fmla="*/ 30 h 344"/>
                    <a:gd name="T16" fmla="*/ 14 w 14"/>
                    <a:gd name="T17" fmla="*/ 30 h 344"/>
                    <a:gd name="T18" fmla="*/ 12 w 14"/>
                    <a:gd name="T19" fmla="*/ 16 h 344"/>
                    <a:gd name="T20" fmla="*/ 8 w 14"/>
                    <a:gd name="T21" fmla="*/ 4 h 344"/>
                    <a:gd name="T22" fmla="*/ 8 w 14"/>
                    <a:gd name="T23" fmla="*/ 4 h 344"/>
                    <a:gd name="T24" fmla="*/ 6 w 14"/>
                    <a:gd name="T25" fmla="*/ 2 h 344"/>
                    <a:gd name="T26" fmla="*/ 4 w 14"/>
                    <a:gd name="T27" fmla="*/ 0 h 344"/>
                    <a:gd name="T28" fmla="*/ 2 w 14"/>
                    <a:gd name="T29" fmla="*/ 0 h 344"/>
                    <a:gd name="T30" fmla="*/ 0 w 14"/>
                    <a:gd name="T31" fmla="*/ 2 h 344"/>
                    <a:gd name="T32" fmla="*/ 0 w 14"/>
                    <a:gd name="T33" fmla="*/ 2 h 344"/>
                    <a:gd name="T34" fmla="*/ 0 w 14"/>
                    <a:gd name="T35" fmla="*/ 10 h 344"/>
                    <a:gd name="T36" fmla="*/ 0 w 14"/>
                    <a:gd name="T37" fmla="*/ 18 h 344"/>
                    <a:gd name="T38" fmla="*/ 0 w 14"/>
                    <a:gd name="T39" fmla="*/ 18 h 344"/>
                    <a:gd name="T40" fmla="*/ 2 w 14"/>
                    <a:gd name="T41" fmla="*/ 30 h 344"/>
                    <a:gd name="T42" fmla="*/ 4 w 14"/>
                    <a:gd name="T43" fmla="*/ 44 h 344"/>
                    <a:gd name="T44" fmla="*/ 10 w 14"/>
                    <a:gd name="T45" fmla="*/ 326 h 344"/>
                    <a:gd name="T46" fmla="*/ 10 w 14"/>
                    <a:gd name="T47" fmla="*/ 326 h 344"/>
                    <a:gd name="T48" fmla="*/ 10 w 14"/>
                    <a:gd name="T49" fmla="*/ 338 h 344"/>
                    <a:gd name="T50" fmla="*/ 12 w 14"/>
                    <a:gd name="T51" fmla="*/ 344 h 344"/>
                    <a:gd name="T52" fmla="*/ 12 w 14"/>
                    <a:gd name="T53" fmla="*/ 344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4" h="344">
                      <a:moveTo>
                        <a:pt x="12" y="344"/>
                      </a:moveTo>
                      <a:lnTo>
                        <a:pt x="12" y="344"/>
                      </a:lnTo>
                      <a:lnTo>
                        <a:pt x="14" y="344"/>
                      </a:lnTo>
                      <a:lnTo>
                        <a:pt x="14" y="344"/>
                      </a:lnTo>
                      <a:lnTo>
                        <a:pt x="14" y="326"/>
                      </a:lnTo>
                      <a:lnTo>
                        <a:pt x="14" y="58"/>
                      </a:lnTo>
                      <a:lnTo>
                        <a:pt x="14" y="58"/>
                      </a:lnTo>
                      <a:lnTo>
                        <a:pt x="14" y="30"/>
                      </a:lnTo>
                      <a:lnTo>
                        <a:pt x="14" y="30"/>
                      </a:lnTo>
                      <a:lnTo>
                        <a:pt x="12" y="16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6" y="2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10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2" y="30"/>
                      </a:lnTo>
                      <a:lnTo>
                        <a:pt x="4" y="44"/>
                      </a:lnTo>
                      <a:lnTo>
                        <a:pt x="10" y="326"/>
                      </a:lnTo>
                      <a:lnTo>
                        <a:pt x="10" y="326"/>
                      </a:lnTo>
                      <a:lnTo>
                        <a:pt x="10" y="338"/>
                      </a:lnTo>
                      <a:lnTo>
                        <a:pt x="12" y="344"/>
                      </a:lnTo>
                      <a:lnTo>
                        <a:pt x="12" y="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Freeform 29"/>
                <p:cNvSpPr>
                  <a:spLocks/>
                </p:cNvSpPr>
                <p:nvPr/>
              </p:nvSpPr>
              <p:spPr bwMode="auto">
                <a:xfrm>
                  <a:off x="6019800" y="14827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8" name="Freeform 30"/>
                <p:cNvSpPr>
                  <a:spLocks/>
                </p:cNvSpPr>
                <p:nvPr/>
              </p:nvSpPr>
              <p:spPr bwMode="auto">
                <a:xfrm>
                  <a:off x="6045200" y="1257300"/>
                  <a:ext cx="501650" cy="228600"/>
                </a:xfrm>
                <a:custGeom>
                  <a:avLst/>
                  <a:gdLst>
                    <a:gd name="T0" fmla="*/ 2 w 316"/>
                    <a:gd name="T1" fmla="*/ 144 h 144"/>
                    <a:gd name="T2" fmla="*/ 2 w 316"/>
                    <a:gd name="T3" fmla="*/ 144 h 144"/>
                    <a:gd name="T4" fmla="*/ 18 w 316"/>
                    <a:gd name="T5" fmla="*/ 138 h 144"/>
                    <a:gd name="T6" fmla="*/ 276 w 316"/>
                    <a:gd name="T7" fmla="*/ 20 h 144"/>
                    <a:gd name="T8" fmla="*/ 276 w 316"/>
                    <a:gd name="T9" fmla="*/ 20 h 144"/>
                    <a:gd name="T10" fmla="*/ 288 w 316"/>
                    <a:gd name="T11" fmla="*/ 16 h 144"/>
                    <a:gd name="T12" fmla="*/ 298 w 316"/>
                    <a:gd name="T13" fmla="*/ 12 h 144"/>
                    <a:gd name="T14" fmla="*/ 298 w 316"/>
                    <a:gd name="T15" fmla="*/ 12 h 144"/>
                    <a:gd name="T16" fmla="*/ 306 w 316"/>
                    <a:gd name="T17" fmla="*/ 10 h 144"/>
                    <a:gd name="T18" fmla="*/ 314 w 316"/>
                    <a:gd name="T19" fmla="*/ 6 h 144"/>
                    <a:gd name="T20" fmla="*/ 314 w 316"/>
                    <a:gd name="T21" fmla="*/ 6 h 144"/>
                    <a:gd name="T22" fmla="*/ 316 w 316"/>
                    <a:gd name="T23" fmla="*/ 2 h 144"/>
                    <a:gd name="T24" fmla="*/ 314 w 316"/>
                    <a:gd name="T25" fmla="*/ 0 h 144"/>
                    <a:gd name="T26" fmla="*/ 312 w 316"/>
                    <a:gd name="T27" fmla="*/ 0 h 144"/>
                    <a:gd name="T28" fmla="*/ 308 w 316"/>
                    <a:gd name="T29" fmla="*/ 0 h 144"/>
                    <a:gd name="T30" fmla="*/ 308 w 316"/>
                    <a:gd name="T31" fmla="*/ 0 h 144"/>
                    <a:gd name="T32" fmla="*/ 296 w 316"/>
                    <a:gd name="T33" fmla="*/ 2 h 144"/>
                    <a:gd name="T34" fmla="*/ 284 w 316"/>
                    <a:gd name="T35" fmla="*/ 6 h 144"/>
                    <a:gd name="T36" fmla="*/ 284 w 316"/>
                    <a:gd name="T37" fmla="*/ 6 h 144"/>
                    <a:gd name="T38" fmla="*/ 258 w 316"/>
                    <a:gd name="T39" fmla="*/ 18 h 144"/>
                    <a:gd name="T40" fmla="*/ 16 w 316"/>
                    <a:gd name="T41" fmla="*/ 132 h 144"/>
                    <a:gd name="T42" fmla="*/ 16 w 316"/>
                    <a:gd name="T43" fmla="*/ 132 h 144"/>
                    <a:gd name="T44" fmla="*/ 0 w 316"/>
                    <a:gd name="T45" fmla="*/ 140 h 144"/>
                    <a:gd name="T46" fmla="*/ 0 w 316"/>
                    <a:gd name="T47" fmla="*/ 140 h 144"/>
                    <a:gd name="T48" fmla="*/ 0 w 316"/>
                    <a:gd name="T49" fmla="*/ 142 h 144"/>
                    <a:gd name="T50" fmla="*/ 0 w 316"/>
                    <a:gd name="T51" fmla="*/ 142 h 144"/>
                    <a:gd name="T52" fmla="*/ 2 w 316"/>
                    <a:gd name="T53" fmla="*/ 144 h 144"/>
                    <a:gd name="T54" fmla="*/ 2 w 316"/>
                    <a:gd name="T55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16" h="144">
                      <a:moveTo>
                        <a:pt x="2" y="144"/>
                      </a:moveTo>
                      <a:lnTo>
                        <a:pt x="2" y="144"/>
                      </a:lnTo>
                      <a:lnTo>
                        <a:pt x="18" y="138"/>
                      </a:lnTo>
                      <a:lnTo>
                        <a:pt x="276" y="20"/>
                      </a:lnTo>
                      <a:lnTo>
                        <a:pt x="276" y="20"/>
                      </a:lnTo>
                      <a:lnTo>
                        <a:pt x="288" y="16"/>
                      </a:lnTo>
                      <a:lnTo>
                        <a:pt x="298" y="12"/>
                      </a:lnTo>
                      <a:lnTo>
                        <a:pt x="298" y="12"/>
                      </a:lnTo>
                      <a:lnTo>
                        <a:pt x="306" y="10"/>
                      </a:lnTo>
                      <a:lnTo>
                        <a:pt x="314" y="6"/>
                      </a:lnTo>
                      <a:lnTo>
                        <a:pt x="314" y="6"/>
                      </a:lnTo>
                      <a:lnTo>
                        <a:pt x="316" y="2"/>
                      </a:lnTo>
                      <a:lnTo>
                        <a:pt x="314" y="0"/>
                      </a:lnTo>
                      <a:lnTo>
                        <a:pt x="312" y="0"/>
                      </a:lnTo>
                      <a:lnTo>
                        <a:pt x="308" y="0"/>
                      </a:lnTo>
                      <a:lnTo>
                        <a:pt x="308" y="0"/>
                      </a:lnTo>
                      <a:lnTo>
                        <a:pt x="296" y="2"/>
                      </a:lnTo>
                      <a:lnTo>
                        <a:pt x="284" y="6"/>
                      </a:lnTo>
                      <a:lnTo>
                        <a:pt x="284" y="6"/>
                      </a:lnTo>
                      <a:lnTo>
                        <a:pt x="258" y="18"/>
                      </a:lnTo>
                      <a:lnTo>
                        <a:pt x="16" y="132"/>
                      </a:lnTo>
                      <a:lnTo>
                        <a:pt x="16" y="132"/>
                      </a:lnTo>
                      <a:lnTo>
                        <a:pt x="0" y="140"/>
                      </a:lnTo>
                      <a:lnTo>
                        <a:pt x="0" y="140"/>
                      </a:lnTo>
                      <a:lnTo>
                        <a:pt x="0" y="142"/>
                      </a:lnTo>
                      <a:lnTo>
                        <a:pt x="0" y="142"/>
                      </a:lnTo>
                      <a:lnTo>
                        <a:pt x="2" y="144"/>
                      </a:lnTo>
                      <a:lnTo>
                        <a:pt x="2" y="1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31"/>
                <p:cNvSpPr>
                  <a:spLocks noEditPoints="1"/>
                </p:cNvSpPr>
                <p:nvPr/>
              </p:nvSpPr>
              <p:spPr bwMode="auto">
                <a:xfrm>
                  <a:off x="4978400" y="152400"/>
                  <a:ext cx="2489200" cy="1638300"/>
                </a:xfrm>
                <a:custGeom>
                  <a:avLst/>
                  <a:gdLst>
                    <a:gd name="T0" fmla="*/ 1564 w 1568"/>
                    <a:gd name="T1" fmla="*/ 774 h 1032"/>
                    <a:gd name="T2" fmla="*/ 1550 w 1568"/>
                    <a:gd name="T3" fmla="*/ 756 h 1032"/>
                    <a:gd name="T4" fmla="*/ 1514 w 1568"/>
                    <a:gd name="T5" fmla="*/ 728 h 1032"/>
                    <a:gd name="T6" fmla="*/ 1166 w 1568"/>
                    <a:gd name="T7" fmla="*/ 710 h 1032"/>
                    <a:gd name="T8" fmla="*/ 762 w 1568"/>
                    <a:gd name="T9" fmla="*/ 854 h 1032"/>
                    <a:gd name="T10" fmla="*/ 666 w 1568"/>
                    <a:gd name="T11" fmla="*/ 908 h 1032"/>
                    <a:gd name="T12" fmla="*/ 672 w 1568"/>
                    <a:gd name="T13" fmla="*/ 894 h 1032"/>
                    <a:gd name="T14" fmla="*/ 678 w 1568"/>
                    <a:gd name="T15" fmla="*/ 876 h 1032"/>
                    <a:gd name="T16" fmla="*/ 686 w 1568"/>
                    <a:gd name="T17" fmla="*/ 864 h 1032"/>
                    <a:gd name="T18" fmla="*/ 676 w 1568"/>
                    <a:gd name="T19" fmla="*/ 846 h 1032"/>
                    <a:gd name="T20" fmla="*/ 680 w 1568"/>
                    <a:gd name="T21" fmla="*/ 842 h 1032"/>
                    <a:gd name="T22" fmla="*/ 672 w 1568"/>
                    <a:gd name="T23" fmla="*/ 838 h 1032"/>
                    <a:gd name="T24" fmla="*/ 668 w 1568"/>
                    <a:gd name="T25" fmla="*/ 830 h 1032"/>
                    <a:gd name="T26" fmla="*/ 660 w 1568"/>
                    <a:gd name="T27" fmla="*/ 830 h 1032"/>
                    <a:gd name="T28" fmla="*/ 654 w 1568"/>
                    <a:gd name="T29" fmla="*/ 832 h 1032"/>
                    <a:gd name="T30" fmla="*/ 648 w 1568"/>
                    <a:gd name="T31" fmla="*/ 828 h 1032"/>
                    <a:gd name="T32" fmla="*/ 634 w 1568"/>
                    <a:gd name="T33" fmla="*/ 826 h 1032"/>
                    <a:gd name="T34" fmla="*/ 622 w 1568"/>
                    <a:gd name="T35" fmla="*/ 834 h 1032"/>
                    <a:gd name="T36" fmla="*/ 620 w 1568"/>
                    <a:gd name="T37" fmla="*/ 844 h 1032"/>
                    <a:gd name="T38" fmla="*/ 600 w 1568"/>
                    <a:gd name="T39" fmla="*/ 838 h 1032"/>
                    <a:gd name="T40" fmla="*/ 584 w 1568"/>
                    <a:gd name="T41" fmla="*/ 448 h 1032"/>
                    <a:gd name="T42" fmla="*/ 456 w 1568"/>
                    <a:gd name="T43" fmla="*/ 96 h 1032"/>
                    <a:gd name="T44" fmla="*/ 376 w 1568"/>
                    <a:gd name="T45" fmla="*/ 14 h 1032"/>
                    <a:gd name="T46" fmla="*/ 310 w 1568"/>
                    <a:gd name="T47" fmla="*/ 0 h 1032"/>
                    <a:gd name="T48" fmla="*/ 296 w 1568"/>
                    <a:gd name="T49" fmla="*/ 10 h 1032"/>
                    <a:gd name="T50" fmla="*/ 240 w 1568"/>
                    <a:gd name="T51" fmla="*/ 112 h 1032"/>
                    <a:gd name="T52" fmla="*/ 126 w 1568"/>
                    <a:gd name="T53" fmla="*/ 418 h 1032"/>
                    <a:gd name="T54" fmla="*/ 108 w 1568"/>
                    <a:gd name="T55" fmla="*/ 562 h 1032"/>
                    <a:gd name="T56" fmla="*/ 170 w 1568"/>
                    <a:gd name="T57" fmla="*/ 662 h 1032"/>
                    <a:gd name="T58" fmla="*/ 320 w 1568"/>
                    <a:gd name="T59" fmla="*/ 780 h 1032"/>
                    <a:gd name="T60" fmla="*/ 222 w 1568"/>
                    <a:gd name="T61" fmla="*/ 760 h 1032"/>
                    <a:gd name="T62" fmla="*/ 78 w 1568"/>
                    <a:gd name="T63" fmla="*/ 806 h 1032"/>
                    <a:gd name="T64" fmla="*/ 52 w 1568"/>
                    <a:gd name="T65" fmla="*/ 826 h 1032"/>
                    <a:gd name="T66" fmla="*/ 40 w 1568"/>
                    <a:gd name="T67" fmla="*/ 842 h 1032"/>
                    <a:gd name="T68" fmla="*/ 16 w 1568"/>
                    <a:gd name="T69" fmla="*/ 888 h 1032"/>
                    <a:gd name="T70" fmla="*/ 2 w 1568"/>
                    <a:gd name="T71" fmla="*/ 958 h 1032"/>
                    <a:gd name="T72" fmla="*/ 2 w 1568"/>
                    <a:gd name="T73" fmla="*/ 980 h 1032"/>
                    <a:gd name="T74" fmla="*/ 10 w 1568"/>
                    <a:gd name="T75" fmla="*/ 992 h 1032"/>
                    <a:gd name="T76" fmla="*/ 18 w 1568"/>
                    <a:gd name="T77" fmla="*/ 1016 h 1032"/>
                    <a:gd name="T78" fmla="*/ 18 w 1568"/>
                    <a:gd name="T79" fmla="*/ 1032 h 1032"/>
                    <a:gd name="T80" fmla="*/ 512 w 1568"/>
                    <a:gd name="T81" fmla="*/ 1014 h 1032"/>
                    <a:gd name="T82" fmla="*/ 1388 w 1568"/>
                    <a:gd name="T83" fmla="*/ 1020 h 1032"/>
                    <a:gd name="T84" fmla="*/ 1562 w 1568"/>
                    <a:gd name="T85" fmla="*/ 816 h 1032"/>
                    <a:gd name="T86" fmla="*/ 1568 w 1568"/>
                    <a:gd name="T87" fmla="*/ 806 h 1032"/>
                    <a:gd name="T88" fmla="*/ 656 w 1568"/>
                    <a:gd name="T89" fmla="*/ 838 h 1032"/>
                    <a:gd name="T90" fmla="*/ 656 w 1568"/>
                    <a:gd name="T91" fmla="*/ 838 h 1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568" h="1032">
                      <a:moveTo>
                        <a:pt x="1568" y="784"/>
                      </a:moveTo>
                      <a:lnTo>
                        <a:pt x="1568" y="784"/>
                      </a:lnTo>
                      <a:lnTo>
                        <a:pt x="1564" y="774"/>
                      </a:lnTo>
                      <a:lnTo>
                        <a:pt x="1564" y="774"/>
                      </a:lnTo>
                      <a:lnTo>
                        <a:pt x="1558" y="764"/>
                      </a:lnTo>
                      <a:lnTo>
                        <a:pt x="1550" y="756"/>
                      </a:lnTo>
                      <a:lnTo>
                        <a:pt x="1534" y="742"/>
                      </a:lnTo>
                      <a:lnTo>
                        <a:pt x="1520" y="732"/>
                      </a:lnTo>
                      <a:lnTo>
                        <a:pt x="1514" y="728"/>
                      </a:lnTo>
                      <a:lnTo>
                        <a:pt x="1420" y="702"/>
                      </a:lnTo>
                      <a:lnTo>
                        <a:pt x="1302" y="692"/>
                      </a:lnTo>
                      <a:lnTo>
                        <a:pt x="1166" y="710"/>
                      </a:lnTo>
                      <a:lnTo>
                        <a:pt x="1046" y="738"/>
                      </a:lnTo>
                      <a:lnTo>
                        <a:pt x="874" y="800"/>
                      </a:lnTo>
                      <a:lnTo>
                        <a:pt x="762" y="854"/>
                      </a:lnTo>
                      <a:lnTo>
                        <a:pt x="688" y="894"/>
                      </a:lnTo>
                      <a:lnTo>
                        <a:pt x="666" y="908"/>
                      </a:lnTo>
                      <a:lnTo>
                        <a:pt x="666" y="908"/>
                      </a:lnTo>
                      <a:lnTo>
                        <a:pt x="670" y="904"/>
                      </a:lnTo>
                      <a:lnTo>
                        <a:pt x="670" y="904"/>
                      </a:lnTo>
                      <a:lnTo>
                        <a:pt x="672" y="894"/>
                      </a:lnTo>
                      <a:lnTo>
                        <a:pt x="672" y="880"/>
                      </a:lnTo>
                      <a:lnTo>
                        <a:pt x="672" y="880"/>
                      </a:lnTo>
                      <a:lnTo>
                        <a:pt x="678" y="876"/>
                      </a:lnTo>
                      <a:lnTo>
                        <a:pt x="682" y="872"/>
                      </a:lnTo>
                      <a:lnTo>
                        <a:pt x="682" y="872"/>
                      </a:lnTo>
                      <a:lnTo>
                        <a:pt x="686" y="864"/>
                      </a:lnTo>
                      <a:lnTo>
                        <a:pt x="684" y="858"/>
                      </a:lnTo>
                      <a:lnTo>
                        <a:pt x="682" y="852"/>
                      </a:lnTo>
                      <a:lnTo>
                        <a:pt x="676" y="846"/>
                      </a:lnTo>
                      <a:lnTo>
                        <a:pt x="676" y="846"/>
                      </a:lnTo>
                      <a:lnTo>
                        <a:pt x="674" y="846"/>
                      </a:lnTo>
                      <a:lnTo>
                        <a:pt x="680" y="842"/>
                      </a:lnTo>
                      <a:lnTo>
                        <a:pt x="674" y="840"/>
                      </a:lnTo>
                      <a:lnTo>
                        <a:pt x="672" y="838"/>
                      </a:lnTo>
                      <a:lnTo>
                        <a:pt x="672" y="838"/>
                      </a:lnTo>
                      <a:lnTo>
                        <a:pt x="670" y="832"/>
                      </a:lnTo>
                      <a:lnTo>
                        <a:pt x="668" y="832"/>
                      </a:lnTo>
                      <a:lnTo>
                        <a:pt x="668" y="830"/>
                      </a:lnTo>
                      <a:lnTo>
                        <a:pt x="664" y="830"/>
                      </a:lnTo>
                      <a:lnTo>
                        <a:pt x="660" y="828"/>
                      </a:lnTo>
                      <a:lnTo>
                        <a:pt x="660" y="830"/>
                      </a:lnTo>
                      <a:lnTo>
                        <a:pt x="656" y="828"/>
                      </a:lnTo>
                      <a:lnTo>
                        <a:pt x="654" y="826"/>
                      </a:lnTo>
                      <a:lnTo>
                        <a:pt x="654" y="832"/>
                      </a:lnTo>
                      <a:lnTo>
                        <a:pt x="652" y="832"/>
                      </a:lnTo>
                      <a:lnTo>
                        <a:pt x="652" y="832"/>
                      </a:lnTo>
                      <a:lnTo>
                        <a:pt x="648" y="828"/>
                      </a:lnTo>
                      <a:lnTo>
                        <a:pt x="648" y="828"/>
                      </a:lnTo>
                      <a:lnTo>
                        <a:pt x="642" y="826"/>
                      </a:lnTo>
                      <a:lnTo>
                        <a:pt x="634" y="826"/>
                      </a:lnTo>
                      <a:lnTo>
                        <a:pt x="628" y="828"/>
                      </a:lnTo>
                      <a:lnTo>
                        <a:pt x="622" y="834"/>
                      </a:lnTo>
                      <a:lnTo>
                        <a:pt x="622" y="834"/>
                      </a:lnTo>
                      <a:lnTo>
                        <a:pt x="620" y="840"/>
                      </a:lnTo>
                      <a:lnTo>
                        <a:pt x="620" y="844"/>
                      </a:lnTo>
                      <a:lnTo>
                        <a:pt x="620" y="844"/>
                      </a:lnTo>
                      <a:lnTo>
                        <a:pt x="606" y="850"/>
                      </a:lnTo>
                      <a:lnTo>
                        <a:pt x="598" y="856"/>
                      </a:lnTo>
                      <a:lnTo>
                        <a:pt x="600" y="838"/>
                      </a:lnTo>
                      <a:lnTo>
                        <a:pt x="604" y="756"/>
                      </a:lnTo>
                      <a:lnTo>
                        <a:pt x="604" y="630"/>
                      </a:lnTo>
                      <a:lnTo>
                        <a:pt x="584" y="448"/>
                      </a:lnTo>
                      <a:lnTo>
                        <a:pt x="560" y="328"/>
                      </a:lnTo>
                      <a:lnTo>
                        <a:pt x="516" y="198"/>
                      </a:lnTo>
                      <a:lnTo>
                        <a:pt x="456" y="96"/>
                      </a:lnTo>
                      <a:lnTo>
                        <a:pt x="390" y="22"/>
                      </a:lnTo>
                      <a:lnTo>
                        <a:pt x="390" y="22"/>
                      </a:lnTo>
                      <a:lnTo>
                        <a:pt x="376" y="14"/>
                      </a:lnTo>
                      <a:lnTo>
                        <a:pt x="362" y="6"/>
                      </a:lnTo>
                      <a:lnTo>
                        <a:pt x="342" y="0"/>
                      </a:lnTo>
                      <a:lnTo>
                        <a:pt x="310" y="0"/>
                      </a:lnTo>
                      <a:lnTo>
                        <a:pt x="310" y="0"/>
                      </a:lnTo>
                      <a:lnTo>
                        <a:pt x="302" y="4"/>
                      </a:lnTo>
                      <a:lnTo>
                        <a:pt x="296" y="10"/>
                      </a:lnTo>
                      <a:lnTo>
                        <a:pt x="292" y="18"/>
                      </a:lnTo>
                      <a:lnTo>
                        <a:pt x="276" y="42"/>
                      </a:lnTo>
                      <a:lnTo>
                        <a:pt x="240" y="112"/>
                      </a:lnTo>
                      <a:lnTo>
                        <a:pt x="184" y="262"/>
                      </a:lnTo>
                      <a:lnTo>
                        <a:pt x="164" y="324"/>
                      </a:lnTo>
                      <a:lnTo>
                        <a:pt x="126" y="418"/>
                      </a:lnTo>
                      <a:lnTo>
                        <a:pt x="118" y="452"/>
                      </a:lnTo>
                      <a:lnTo>
                        <a:pt x="108" y="508"/>
                      </a:lnTo>
                      <a:lnTo>
                        <a:pt x="108" y="562"/>
                      </a:lnTo>
                      <a:lnTo>
                        <a:pt x="118" y="604"/>
                      </a:lnTo>
                      <a:lnTo>
                        <a:pt x="136" y="634"/>
                      </a:lnTo>
                      <a:lnTo>
                        <a:pt x="170" y="662"/>
                      </a:lnTo>
                      <a:lnTo>
                        <a:pt x="204" y="692"/>
                      </a:lnTo>
                      <a:lnTo>
                        <a:pt x="320" y="780"/>
                      </a:lnTo>
                      <a:lnTo>
                        <a:pt x="320" y="780"/>
                      </a:lnTo>
                      <a:lnTo>
                        <a:pt x="262" y="766"/>
                      </a:lnTo>
                      <a:lnTo>
                        <a:pt x="236" y="760"/>
                      </a:lnTo>
                      <a:lnTo>
                        <a:pt x="222" y="760"/>
                      </a:lnTo>
                      <a:lnTo>
                        <a:pt x="222" y="760"/>
                      </a:lnTo>
                      <a:lnTo>
                        <a:pt x="152" y="772"/>
                      </a:lnTo>
                      <a:lnTo>
                        <a:pt x="78" y="806"/>
                      </a:lnTo>
                      <a:lnTo>
                        <a:pt x="78" y="806"/>
                      </a:lnTo>
                      <a:lnTo>
                        <a:pt x="64" y="818"/>
                      </a:lnTo>
                      <a:lnTo>
                        <a:pt x="52" y="826"/>
                      </a:lnTo>
                      <a:lnTo>
                        <a:pt x="44" y="834"/>
                      </a:lnTo>
                      <a:lnTo>
                        <a:pt x="44" y="834"/>
                      </a:lnTo>
                      <a:lnTo>
                        <a:pt x="40" y="842"/>
                      </a:lnTo>
                      <a:lnTo>
                        <a:pt x="36" y="852"/>
                      </a:lnTo>
                      <a:lnTo>
                        <a:pt x="32" y="862"/>
                      </a:lnTo>
                      <a:lnTo>
                        <a:pt x="16" y="888"/>
                      </a:lnTo>
                      <a:lnTo>
                        <a:pt x="14" y="922"/>
                      </a:lnTo>
                      <a:lnTo>
                        <a:pt x="2" y="958"/>
                      </a:lnTo>
                      <a:lnTo>
                        <a:pt x="2" y="958"/>
                      </a:lnTo>
                      <a:lnTo>
                        <a:pt x="2" y="960"/>
                      </a:lnTo>
                      <a:lnTo>
                        <a:pt x="0" y="968"/>
                      </a:lnTo>
                      <a:lnTo>
                        <a:pt x="2" y="980"/>
                      </a:lnTo>
                      <a:lnTo>
                        <a:pt x="6" y="986"/>
                      </a:lnTo>
                      <a:lnTo>
                        <a:pt x="10" y="992"/>
                      </a:lnTo>
                      <a:lnTo>
                        <a:pt x="10" y="992"/>
                      </a:lnTo>
                      <a:lnTo>
                        <a:pt x="18" y="1004"/>
                      </a:lnTo>
                      <a:lnTo>
                        <a:pt x="20" y="1012"/>
                      </a:lnTo>
                      <a:lnTo>
                        <a:pt x="18" y="1016"/>
                      </a:lnTo>
                      <a:lnTo>
                        <a:pt x="18" y="1018"/>
                      </a:lnTo>
                      <a:lnTo>
                        <a:pt x="18" y="1018"/>
                      </a:lnTo>
                      <a:lnTo>
                        <a:pt x="18" y="1032"/>
                      </a:lnTo>
                      <a:lnTo>
                        <a:pt x="490" y="1032"/>
                      </a:lnTo>
                      <a:lnTo>
                        <a:pt x="490" y="1032"/>
                      </a:lnTo>
                      <a:lnTo>
                        <a:pt x="512" y="1014"/>
                      </a:lnTo>
                      <a:lnTo>
                        <a:pt x="498" y="1032"/>
                      </a:lnTo>
                      <a:lnTo>
                        <a:pt x="1376" y="1032"/>
                      </a:lnTo>
                      <a:lnTo>
                        <a:pt x="1388" y="1020"/>
                      </a:lnTo>
                      <a:lnTo>
                        <a:pt x="1498" y="904"/>
                      </a:lnTo>
                      <a:lnTo>
                        <a:pt x="1546" y="842"/>
                      </a:lnTo>
                      <a:lnTo>
                        <a:pt x="1562" y="816"/>
                      </a:lnTo>
                      <a:lnTo>
                        <a:pt x="1562" y="816"/>
                      </a:lnTo>
                      <a:lnTo>
                        <a:pt x="1564" y="812"/>
                      </a:lnTo>
                      <a:lnTo>
                        <a:pt x="1568" y="806"/>
                      </a:lnTo>
                      <a:lnTo>
                        <a:pt x="1568" y="784"/>
                      </a:lnTo>
                      <a:close/>
                      <a:moveTo>
                        <a:pt x="656" y="838"/>
                      </a:moveTo>
                      <a:lnTo>
                        <a:pt x="656" y="838"/>
                      </a:lnTo>
                      <a:lnTo>
                        <a:pt x="656" y="836"/>
                      </a:lnTo>
                      <a:lnTo>
                        <a:pt x="656" y="838"/>
                      </a:lnTo>
                      <a:lnTo>
                        <a:pt x="656" y="838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9000"/>
                  </a:schemeClr>
                </a:solidFill>
                <a:ln w="9525">
                  <a:solidFill>
                    <a:srgbClr val="FEFFFF">
                      <a:alpha val="12000"/>
                    </a:srgb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6" name="Group 102"/>
              <p:cNvGrpSpPr>
                <a:grpSpLocks noChangeAspect="1"/>
              </p:cNvGrpSpPr>
              <p:nvPr/>
            </p:nvGrpSpPr>
            <p:grpSpPr>
              <a:xfrm>
                <a:off x="7848593" y="1524004"/>
                <a:ext cx="1295399" cy="1685580"/>
                <a:chOff x="7315200" y="5334000"/>
                <a:chExt cx="1054100" cy="13716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92" name="Freeform 70"/>
                <p:cNvSpPr>
                  <a:spLocks/>
                </p:cNvSpPr>
                <p:nvPr/>
              </p:nvSpPr>
              <p:spPr bwMode="auto">
                <a:xfrm>
                  <a:off x="7810500" y="5715000"/>
                  <a:ext cx="241300" cy="158750"/>
                </a:xfrm>
                <a:custGeom>
                  <a:avLst/>
                  <a:gdLst>
                    <a:gd name="T0" fmla="*/ 152 w 152"/>
                    <a:gd name="T1" fmla="*/ 100 h 100"/>
                    <a:gd name="T2" fmla="*/ 152 w 152"/>
                    <a:gd name="T3" fmla="*/ 100 h 100"/>
                    <a:gd name="T4" fmla="*/ 152 w 152"/>
                    <a:gd name="T5" fmla="*/ 100 h 100"/>
                    <a:gd name="T6" fmla="*/ 152 w 152"/>
                    <a:gd name="T7" fmla="*/ 100 h 100"/>
                    <a:gd name="T8" fmla="*/ 138 w 152"/>
                    <a:gd name="T9" fmla="*/ 90 h 100"/>
                    <a:gd name="T10" fmla="*/ 34 w 152"/>
                    <a:gd name="T11" fmla="*/ 18 h 100"/>
                    <a:gd name="T12" fmla="*/ 34 w 152"/>
                    <a:gd name="T13" fmla="*/ 18 h 100"/>
                    <a:gd name="T14" fmla="*/ 16 w 152"/>
                    <a:gd name="T15" fmla="*/ 6 h 100"/>
                    <a:gd name="T16" fmla="*/ 16 w 152"/>
                    <a:gd name="T17" fmla="*/ 6 h 100"/>
                    <a:gd name="T18" fmla="*/ 10 w 152"/>
                    <a:gd name="T19" fmla="*/ 2 h 100"/>
                    <a:gd name="T20" fmla="*/ 4 w 152"/>
                    <a:gd name="T21" fmla="*/ 0 h 100"/>
                    <a:gd name="T22" fmla="*/ 4 w 152"/>
                    <a:gd name="T23" fmla="*/ 0 h 100"/>
                    <a:gd name="T24" fmla="*/ 0 w 152"/>
                    <a:gd name="T25" fmla="*/ 0 h 100"/>
                    <a:gd name="T26" fmla="*/ 0 w 152"/>
                    <a:gd name="T27" fmla="*/ 2 h 100"/>
                    <a:gd name="T28" fmla="*/ 0 w 152"/>
                    <a:gd name="T29" fmla="*/ 2 h 100"/>
                    <a:gd name="T30" fmla="*/ 4 w 152"/>
                    <a:gd name="T31" fmla="*/ 6 h 100"/>
                    <a:gd name="T32" fmla="*/ 8 w 152"/>
                    <a:gd name="T33" fmla="*/ 8 h 100"/>
                    <a:gd name="T34" fmla="*/ 8 w 152"/>
                    <a:gd name="T35" fmla="*/ 8 h 100"/>
                    <a:gd name="T36" fmla="*/ 24 w 152"/>
                    <a:gd name="T37" fmla="*/ 18 h 100"/>
                    <a:gd name="T38" fmla="*/ 138 w 152"/>
                    <a:gd name="T39" fmla="*/ 92 h 100"/>
                    <a:gd name="T40" fmla="*/ 138 w 152"/>
                    <a:gd name="T41" fmla="*/ 92 h 100"/>
                    <a:gd name="T42" fmla="*/ 152 w 152"/>
                    <a:gd name="T43" fmla="*/ 100 h 100"/>
                    <a:gd name="T44" fmla="*/ 152 w 152"/>
                    <a:gd name="T45" fmla="*/ 10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2" h="100">
                      <a:moveTo>
                        <a:pt x="152" y="100"/>
                      </a:move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38" y="90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16" y="6"/>
                      </a:lnTo>
                      <a:lnTo>
                        <a:pt x="16" y="6"/>
                      </a:lnTo>
                      <a:lnTo>
                        <a:pt x="1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6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24" y="18"/>
                      </a:lnTo>
                      <a:lnTo>
                        <a:pt x="138" y="92"/>
                      </a:lnTo>
                      <a:lnTo>
                        <a:pt x="138" y="92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Freeform 71"/>
                <p:cNvSpPr>
                  <a:spLocks/>
                </p:cNvSpPr>
                <p:nvPr/>
              </p:nvSpPr>
              <p:spPr bwMode="auto">
                <a:xfrm>
                  <a:off x="8054975" y="588010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Freeform 72"/>
                <p:cNvSpPr>
                  <a:spLocks/>
                </p:cNvSpPr>
                <p:nvPr/>
              </p:nvSpPr>
              <p:spPr bwMode="auto">
                <a:xfrm>
                  <a:off x="8064500" y="5584825"/>
                  <a:ext cx="53975" cy="285750"/>
                </a:xfrm>
                <a:custGeom>
                  <a:avLst/>
                  <a:gdLst>
                    <a:gd name="T0" fmla="*/ 0 w 34"/>
                    <a:gd name="T1" fmla="*/ 178 h 180"/>
                    <a:gd name="T2" fmla="*/ 0 w 34"/>
                    <a:gd name="T3" fmla="*/ 178 h 180"/>
                    <a:gd name="T4" fmla="*/ 4 w 34"/>
                    <a:gd name="T5" fmla="*/ 162 h 180"/>
                    <a:gd name="T6" fmla="*/ 28 w 34"/>
                    <a:gd name="T7" fmla="*/ 30 h 180"/>
                    <a:gd name="T8" fmla="*/ 28 w 34"/>
                    <a:gd name="T9" fmla="*/ 30 h 180"/>
                    <a:gd name="T10" fmla="*/ 34 w 34"/>
                    <a:gd name="T11" fmla="*/ 10 h 180"/>
                    <a:gd name="T12" fmla="*/ 34 w 34"/>
                    <a:gd name="T13" fmla="*/ 10 h 180"/>
                    <a:gd name="T14" fmla="*/ 34 w 34"/>
                    <a:gd name="T15" fmla="*/ 6 h 180"/>
                    <a:gd name="T16" fmla="*/ 34 w 34"/>
                    <a:gd name="T17" fmla="*/ 2 h 180"/>
                    <a:gd name="T18" fmla="*/ 34 w 34"/>
                    <a:gd name="T19" fmla="*/ 2 h 180"/>
                    <a:gd name="T20" fmla="*/ 32 w 34"/>
                    <a:gd name="T21" fmla="*/ 0 h 180"/>
                    <a:gd name="T22" fmla="*/ 30 w 34"/>
                    <a:gd name="T23" fmla="*/ 2 h 180"/>
                    <a:gd name="T24" fmla="*/ 30 w 34"/>
                    <a:gd name="T25" fmla="*/ 2 h 180"/>
                    <a:gd name="T26" fmla="*/ 28 w 34"/>
                    <a:gd name="T27" fmla="*/ 8 h 180"/>
                    <a:gd name="T28" fmla="*/ 26 w 34"/>
                    <a:gd name="T29" fmla="*/ 14 h 180"/>
                    <a:gd name="T30" fmla="*/ 26 w 34"/>
                    <a:gd name="T31" fmla="*/ 14 h 180"/>
                    <a:gd name="T32" fmla="*/ 22 w 34"/>
                    <a:gd name="T33" fmla="*/ 38 h 180"/>
                    <a:gd name="T34" fmla="*/ 2 w 34"/>
                    <a:gd name="T35" fmla="*/ 162 h 180"/>
                    <a:gd name="T36" fmla="*/ 2 w 34"/>
                    <a:gd name="T37" fmla="*/ 162 h 180"/>
                    <a:gd name="T38" fmla="*/ 0 w 34"/>
                    <a:gd name="T39" fmla="*/ 178 h 180"/>
                    <a:gd name="T40" fmla="*/ 0 w 34"/>
                    <a:gd name="T41" fmla="*/ 178 h 180"/>
                    <a:gd name="T42" fmla="*/ 0 w 34"/>
                    <a:gd name="T43" fmla="*/ 180 h 180"/>
                    <a:gd name="T44" fmla="*/ 0 w 34"/>
                    <a:gd name="T45" fmla="*/ 180 h 180"/>
                    <a:gd name="T46" fmla="*/ 0 w 34"/>
                    <a:gd name="T47" fmla="*/ 178 h 180"/>
                    <a:gd name="T48" fmla="*/ 0 w 34"/>
                    <a:gd name="T49" fmla="*/ 178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4" h="180">
                      <a:moveTo>
                        <a:pt x="0" y="178"/>
                      </a:moveTo>
                      <a:lnTo>
                        <a:pt x="0" y="178"/>
                      </a:lnTo>
                      <a:lnTo>
                        <a:pt x="4" y="162"/>
                      </a:lnTo>
                      <a:lnTo>
                        <a:pt x="28" y="30"/>
                      </a:lnTo>
                      <a:lnTo>
                        <a:pt x="28" y="30"/>
                      </a:lnTo>
                      <a:lnTo>
                        <a:pt x="34" y="10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2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28" y="8"/>
                      </a:lnTo>
                      <a:lnTo>
                        <a:pt x="26" y="14"/>
                      </a:lnTo>
                      <a:lnTo>
                        <a:pt x="26" y="14"/>
                      </a:lnTo>
                      <a:lnTo>
                        <a:pt x="22" y="38"/>
                      </a:lnTo>
                      <a:lnTo>
                        <a:pt x="2" y="162"/>
                      </a:lnTo>
                      <a:lnTo>
                        <a:pt x="2" y="162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0" y="180"/>
                      </a:lnTo>
                      <a:lnTo>
                        <a:pt x="0" y="178"/>
                      </a:lnTo>
                      <a:lnTo>
                        <a:pt x="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Freeform 73"/>
                <p:cNvSpPr>
                  <a:spLocks noEditPoints="1"/>
                </p:cNvSpPr>
                <p:nvPr/>
              </p:nvSpPr>
              <p:spPr bwMode="auto">
                <a:xfrm>
                  <a:off x="7315200" y="5334000"/>
                  <a:ext cx="1054100" cy="1371600"/>
                </a:xfrm>
                <a:custGeom>
                  <a:avLst/>
                  <a:gdLst>
                    <a:gd name="T0" fmla="*/ 582 w 664"/>
                    <a:gd name="T1" fmla="*/ 488 h 864"/>
                    <a:gd name="T2" fmla="*/ 664 w 664"/>
                    <a:gd name="T3" fmla="*/ 356 h 864"/>
                    <a:gd name="T4" fmla="*/ 664 w 664"/>
                    <a:gd name="T5" fmla="*/ 0 h 864"/>
                    <a:gd name="T6" fmla="*/ 608 w 664"/>
                    <a:gd name="T7" fmla="*/ 50 h 864"/>
                    <a:gd name="T8" fmla="*/ 548 w 664"/>
                    <a:gd name="T9" fmla="*/ 146 h 864"/>
                    <a:gd name="T10" fmla="*/ 508 w 664"/>
                    <a:gd name="T11" fmla="*/ 294 h 864"/>
                    <a:gd name="T12" fmla="*/ 498 w 664"/>
                    <a:gd name="T13" fmla="*/ 358 h 864"/>
                    <a:gd name="T14" fmla="*/ 490 w 664"/>
                    <a:gd name="T15" fmla="*/ 342 h 864"/>
                    <a:gd name="T16" fmla="*/ 476 w 664"/>
                    <a:gd name="T17" fmla="*/ 338 h 864"/>
                    <a:gd name="T18" fmla="*/ 472 w 664"/>
                    <a:gd name="T19" fmla="*/ 338 h 864"/>
                    <a:gd name="T20" fmla="*/ 464 w 664"/>
                    <a:gd name="T21" fmla="*/ 338 h 864"/>
                    <a:gd name="T22" fmla="*/ 464 w 664"/>
                    <a:gd name="T23" fmla="*/ 344 h 864"/>
                    <a:gd name="T24" fmla="*/ 454 w 664"/>
                    <a:gd name="T25" fmla="*/ 350 h 864"/>
                    <a:gd name="T26" fmla="*/ 458 w 664"/>
                    <a:gd name="T27" fmla="*/ 362 h 864"/>
                    <a:gd name="T28" fmla="*/ 456 w 664"/>
                    <a:gd name="T29" fmla="*/ 376 h 864"/>
                    <a:gd name="T30" fmla="*/ 336 w 664"/>
                    <a:gd name="T31" fmla="*/ 294 h 864"/>
                    <a:gd name="T32" fmla="*/ 204 w 664"/>
                    <a:gd name="T33" fmla="*/ 246 h 864"/>
                    <a:gd name="T34" fmla="*/ 116 w 664"/>
                    <a:gd name="T35" fmla="*/ 242 h 864"/>
                    <a:gd name="T36" fmla="*/ 8 w 664"/>
                    <a:gd name="T37" fmla="*/ 282 h 864"/>
                    <a:gd name="T38" fmla="*/ 28 w 664"/>
                    <a:gd name="T39" fmla="*/ 358 h 864"/>
                    <a:gd name="T40" fmla="*/ 46 w 664"/>
                    <a:gd name="T41" fmla="*/ 368 h 864"/>
                    <a:gd name="T42" fmla="*/ 64 w 664"/>
                    <a:gd name="T43" fmla="*/ 380 h 864"/>
                    <a:gd name="T44" fmla="*/ 92 w 664"/>
                    <a:gd name="T45" fmla="*/ 390 h 864"/>
                    <a:gd name="T46" fmla="*/ 112 w 664"/>
                    <a:gd name="T47" fmla="*/ 406 h 864"/>
                    <a:gd name="T48" fmla="*/ 130 w 664"/>
                    <a:gd name="T49" fmla="*/ 430 h 864"/>
                    <a:gd name="T50" fmla="*/ 142 w 664"/>
                    <a:gd name="T51" fmla="*/ 438 h 864"/>
                    <a:gd name="T52" fmla="*/ 152 w 664"/>
                    <a:gd name="T53" fmla="*/ 456 h 864"/>
                    <a:gd name="T54" fmla="*/ 170 w 664"/>
                    <a:gd name="T55" fmla="*/ 474 h 864"/>
                    <a:gd name="T56" fmla="*/ 186 w 664"/>
                    <a:gd name="T57" fmla="*/ 490 h 864"/>
                    <a:gd name="T58" fmla="*/ 224 w 664"/>
                    <a:gd name="T59" fmla="*/ 516 h 864"/>
                    <a:gd name="T60" fmla="*/ 268 w 664"/>
                    <a:gd name="T61" fmla="*/ 512 h 864"/>
                    <a:gd name="T62" fmla="*/ 350 w 664"/>
                    <a:gd name="T63" fmla="*/ 482 h 864"/>
                    <a:gd name="T64" fmla="*/ 302 w 664"/>
                    <a:gd name="T65" fmla="*/ 566 h 864"/>
                    <a:gd name="T66" fmla="*/ 302 w 664"/>
                    <a:gd name="T67" fmla="*/ 586 h 864"/>
                    <a:gd name="T68" fmla="*/ 344 w 664"/>
                    <a:gd name="T69" fmla="*/ 630 h 864"/>
                    <a:gd name="T70" fmla="*/ 384 w 664"/>
                    <a:gd name="T71" fmla="*/ 646 h 864"/>
                    <a:gd name="T72" fmla="*/ 404 w 664"/>
                    <a:gd name="T73" fmla="*/ 662 h 864"/>
                    <a:gd name="T74" fmla="*/ 434 w 664"/>
                    <a:gd name="T75" fmla="*/ 676 h 864"/>
                    <a:gd name="T76" fmla="*/ 460 w 664"/>
                    <a:gd name="T77" fmla="*/ 704 h 864"/>
                    <a:gd name="T78" fmla="*/ 472 w 664"/>
                    <a:gd name="T79" fmla="*/ 740 h 864"/>
                    <a:gd name="T80" fmla="*/ 460 w 664"/>
                    <a:gd name="T81" fmla="*/ 788 h 864"/>
                    <a:gd name="T82" fmla="*/ 452 w 664"/>
                    <a:gd name="T83" fmla="*/ 824 h 864"/>
                    <a:gd name="T84" fmla="*/ 466 w 664"/>
                    <a:gd name="T85" fmla="*/ 864 h 864"/>
                    <a:gd name="T86" fmla="*/ 476 w 664"/>
                    <a:gd name="T87" fmla="*/ 860 h 864"/>
                    <a:gd name="T88" fmla="*/ 492 w 664"/>
                    <a:gd name="T89" fmla="*/ 792 h 864"/>
                    <a:gd name="T90" fmla="*/ 506 w 664"/>
                    <a:gd name="T91" fmla="*/ 770 h 864"/>
                    <a:gd name="T92" fmla="*/ 520 w 664"/>
                    <a:gd name="T93" fmla="*/ 726 h 864"/>
                    <a:gd name="T94" fmla="*/ 504 w 664"/>
                    <a:gd name="T95" fmla="*/ 578 h 864"/>
                    <a:gd name="T96" fmla="*/ 494 w 664"/>
                    <a:gd name="T97" fmla="*/ 502 h 864"/>
                    <a:gd name="T98" fmla="*/ 518 w 664"/>
                    <a:gd name="T99" fmla="*/ 508 h 864"/>
                    <a:gd name="T100" fmla="*/ 542 w 664"/>
                    <a:gd name="T101" fmla="*/ 568 h 864"/>
                    <a:gd name="T102" fmla="*/ 570 w 664"/>
                    <a:gd name="T103" fmla="*/ 620 h 864"/>
                    <a:gd name="T104" fmla="*/ 598 w 664"/>
                    <a:gd name="T105" fmla="*/ 590 h 864"/>
                    <a:gd name="T106" fmla="*/ 582 w 664"/>
                    <a:gd name="T107" fmla="*/ 548 h 864"/>
                    <a:gd name="T108" fmla="*/ 550 w 664"/>
                    <a:gd name="T109" fmla="*/ 484 h 864"/>
                    <a:gd name="T110" fmla="*/ 566 w 664"/>
                    <a:gd name="T111" fmla="*/ 472 h 864"/>
                    <a:gd name="T112" fmla="*/ 466 w 664"/>
                    <a:gd name="T113" fmla="*/ 34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64" h="864">
                      <a:moveTo>
                        <a:pt x="566" y="472"/>
                      </a:moveTo>
                      <a:lnTo>
                        <a:pt x="566" y="472"/>
                      </a:lnTo>
                      <a:lnTo>
                        <a:pt x="568" y="472"/>
                      </a:lnTo>
                      <a:lnTo>
                        <a:pt x="572" y="476"/>
                      </a:lnTo>
                      <a:lnTo>
                        <a:pt x="582" y="488"/>
                      </a:lnTo>
                      <a:lnTo>
                        <a:pt x="612" y="532"/>
                      </a:lnTo>
                      <a:lnTo>
                        <a:pt x="660" y="604"/>
                      </a:lnTo>
                      <a:lnTo>
                        <a:pt x="660" y="604"/>
                      </a:lnTo>
                      <a:lnTo>
                        <a:pt x="664" y="608"/>
                      </a:lnTo>
                      <a:lnTo>
                        <a:pt x="664" y="356"/>
                      </a:lnTo>
                      <a:lnTo>
                        <a:pt x="664" y="356"/>
                      </a:lnTo>
                      <a:lnTo>
                        <a:pt x="650" y="354"/>
                      </a:lnTo>
                      <a:lnTo>
                        <a:pt x="650" y="354"/>
                      </a:lnTo>
                      <a:lnTo>
                        <a:pt x="664" y="346"/>
                      </a:lnTo>
                      <a:lnTo>
                        <a:pt x="664" y="0"/>
                      </a:lnTo>
                      <a:lnTo>
                        <a:pt x="664" y="0"/>
                      </a:lnTo>
                      <a:lnTo>
                        <a:pt x="638" y="20"/>
                      </a:lnTo>
                      <a:lnTo>
                        <a:pt x="624" y="34"/>
                      </a:lnTo>
                      <a:lnTo>
                        <a:pt x="608" y="50"/>
                      </a:lnTo>
                      <a:lnTo>
                        <a:pt x="608" y="50"/>
                      </a:lnTo>
                      <a:lnTo>
                        <a:pt x="594" y="68"/>
                      </a:lnTo>
                      <a:lnTo>
                        <a:pt x="580" y="86"/>
                      </a:lnTo>
                      <a:lnTo>
                        <a:pt x="568" y="104"/>
                      </a:lnTo>
                      <a:lnTo>
                        <a:pt x="558" y="124"/>
                      </a:lnTo>
                      <a:lnTo>
                        <a:pt x="548" y="146"/>
                      </a:lnTo>
                      <a:lnTo>
                        <a:pt x="540" y="166"/>
                      </a:lnTo>
                      <a:lnTo>
                        <a:pt x="524" y="214"/>
                      </a:lnTo>
                      <a:lnTo>
                        <a:pt x="524" y="214"/>
                      </a:lnTo>
                      <a:lnTo>
                        <a:pt x="514" y="254"/>
                      </a:lnTo>
                      <a:lnTo>
                        <a:pt x="508" y="294"/>
                      </a:lnTo>
                      <a:lnTo>
                        <a:pt x="504" y="330"/>
                      </a:lnTo>
                      <a:lnTo>
                        <a:pt x="502" y="356"/>
                      </a:lnTo>
                      <a:lnTo>
                        <a:pt x="502" y="356"/>
                      </a:lnTo>
                      <a:lnTo>
                        <a:pt x="498" y="358"/>
                      </a:lnTo>
                      <a:lnTo>
                        <a:pt x="498" y="358"/>
                      </a:lnTo>
                      <a:lnTo>
                        <a:pt x="490" y="350"/>
                      </a:lnTo>
                      <a:lnTo>
                        <a:pt x="490" y="350"/>
                      </a:lnTo>
                      <a:lnTo>
                        <a:pt x="490" y="346"/>
                      </a:lnTo>
                      <a:lnTo>
                        <a:pt x="490" y="342"/>
                      </a:lnTo>
                      <a:lnTo>
                        <a:pt x="490" y="342"/>
                      </a:lnTo>
                      <a:lnTo>
                        <a:pt x="488" y="340"/>
                      </a:lnTo>
                      <a:lnTo>
                        <a:pt x="484" y="338"/>
                      </a:lnTo>
                      <a:lnTo>
                        <a:pt x="480" y="336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6"/>
                      </a:lnTo>
                      <a:lnTo>
                        <a:pt x="474" y="336"/>
                      </a:lnTo>
                      <a:lnTo>
                        <a:pt x="472" y="338"/>
                      </a:lnTo>
                      <a:lnTo>
                        <a:pt x="472" y="338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6" y="338"/>
                      </a:lnTo>
                      <a:lnTo>
                        <a:pt x="464" y="338"/>
                      </a:lnTo>
                      <a:lnTo>
                        <a:pt x="464" y="340"/>
                      </a:lnTo>
                      <a:lnTo>
                        <a:pt x="462" y="340"/>
                      </a:lnTo>
                      <a:lnTo>
                        <a:pt x="462" y="342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0" y="344"/>
                      </a:lnTo>
                      <a:lnTo>
                        <a:pt x="460" y="344"/>
                      </a:lnTo>
                      <a:lnTo>
                        <a:pt x="456" y="346"/>
                      </a:lnTo>
                      <a:lnTo>
                        <a:pt x="454" y="350"/>
                      </a:lnTo>
                      <a:lnTo>
                        <a:pt x="454" y="354"/>
                      </a:lnTo>
                      <a:lnTo>
                        <a:pt x="456" y="358"/>
                      </a:lnTo>
                      <a:lnTo>
                        <a:pt x="456" y="358"/>
                      </a:lnTo>
                      <a:lnTo>
                        <a:pt x="458" y="362"/>
                      </a:lnTo>
                      <a:lnTo>
                        <a:pt x="458" y="362"/>
                      </a:lnTo>
                      <a:lnTo>
                        <a:pt x="458" y="370"/>
                      </a:lnTo>
                      <a:lnTo>
                        <a:pt x="458" y="374"/>
                      </a:lnTo>
                      <a:lnTo>
                        <a:pt x="458" y="374"/>
                      </a:lnTo>
                      <a:lnTo>
                        <a:pt x="456" y="376"/>
                      </a:lnTo>
                      <a:lnTo>
                        <a:pt x="456" y="376"/>
                      </a:lnTo>
                      <a:lnTo>
                        <a:pt x="434" y="360"/>
                      </a:lnTo>
                      <a:lnTo>
                        <a:pt x="406" y="338"/>
                      </a:lnTo>
                      <a:lnTo>
                        <a:pt x="372" y="314"/>
                      </a:lnTo>
                      <a:lnTo>
                        <a:pt x="336" y="294"/>
                      </a:lnTo>
                      <a:lnTo>
                        <a:pt x="336" y="294"/>
                      </a:lnTo>
                      <a:lnTo>
                        <a:pt x="292" y="272"/>
                      </a:lnTo>
                      <a:lnTo>
                        <a:pt x="270" y="264"/>
                      </a:lnTo>
                      <a:lnTo>
                        <a:pt x="248" y="256"/>
                      </a:lnTo>
                      <a:lnTo>
                        <a:pt x="226" y="250"/>
                      </a:lnTo>
                      <a:lnTo>
                        <a:pt x="204" y="246"/>
                      </a:lnTo>
                      <a:lnTo>
                        <a:pt x="182" y="244"/>
                      </a:lnTo>
                      <a:lnTo>
                        <a:pt x="160" y="242"/>
                      </a:lnTo>
                      <a:lnTo>
                        <a:pt x="160" y="242"/>
                      </a:lnTo>
                      <a:lnTo>
                        <a:pt x="138" y="242"/>
                      </a:lnTo>
                      <a:lnTo>
                        <a:pt x="116" y="242"/>
                      </a:lnTo>
                      <a:lnTo>
                        <a:pt x="84" y="248"/>
                      </a:lnTo>
                      <a:lnTo>
                        <a:pt x="62" y="252"/>
                      </a:lnTo>
                      <a:lnTo>
                        <a:pt x="56" y="256"/>
                      </a:lnTo>
                      <a:lnTo>
                        <a:pt x="30" y="266"/>
                      </a:lnTo>
                      <a:lnTo>
                        <a:pt x="8" y="282"/>
                      </a:lnTo>
                      <a:lnTo>
                        <a:pt x="0" y="296"/>
                      </a:lnTo>
                      <a:lnTo>
                        <a:pt x="0" y="324"/>
                      </a:lnTo>
                      <a:lnTo>
                        <a:pt x="2" y="330"/>
                      </a:lnTo>
                      <a:lnTo>
                        <a:pt x="14" y="344"/>
                      </a:lnTo>
                      <a:lnTo>
                        <a:pt x="28" y="358"/>
                      </a:lnTo>
                      <a:lnTo>
                        <a:pt x="28" y="358"/>
                      </a:lnTo>
                      <a:lnTo>
                        <a:pt x="36" y="364"/>
                      </a:lnTo>
                      <a:lnTo>
                        <a:pt x="42" y="366"/>
                      </a:lnTo>
                      <a:lnTo>
                        <a:pt x="46" y="368"/>
                      </a:lnTo>
                      <a:lnTo>
                        <a:pt x="46" y="368"/>
                      </a:lnTo>
                      <a:lnTo>
                        <a:pt x="52" y="368"/>
                      </a:lnTo>
                      <a:lnTo>
                        <a:pt x="56" y="372"/>
                      </a:lnTo>
                      <a:lnTo>
                        <a:pt x="60" y="376"/>
                      </a:lnTo>
                      <a:lnTo>
                        <a:pt x="60" y="376"/>
                      </a:lnTo>
                      <a:lnTo>
                        <a:pt x="64" y="380"/>
                      </a:lnTo>
                      <a:lnTo>
                        <a:pt x="70" y="384"/>
                      </a:lnTo>
                      <a:lnTo>
                        <a:pt x="78" y="386"/>
                      </a:lnTo>
                      <a:lnTo>
                        <a:pt x="78" y="386"/>
                      </a:lnTo>
                      <a:lnTo>
                        <a:pt x="84" y="386"/>
                      </a:lnTo>
                      <a:lnTo>
                        <a:pt x="92" y="390"/>
                      </a:lnTo>
                      <a:lnTo>
                        <a:pt x="98" y="394"/>
                      </a:lnTo>
                      <a:lnTo>
                        <a:pt x="100" y="398"/>
                      </a:lnTo>
                      <a:lnTo>
                        <a:pt x="100" y="398"/>
                      </a:lnTo>
                      <a:lnTo>
                        <a:pt x="104" y="402"/>
                      </a:lnTo>
                      <a:lnTo>
                        <a:pt x="112" y="406"/>
                      </a:lnTo>
                      <a:lnTo>
                        <a:pt x="120" y="410"/>
                      </a:lnTo>
                      <a:lnTo>
                        <a:pt x="120" y="410"/>
                      </a:lnTo>
                      <a:lnTo>
                        <a:pt x="126" y="418"/>
                      </a:lnTo>
                      <a:lnTo>
                        <a:pt x="130" y="426"/>
                      </a:lnTo>
                      <a:lnTo>
                        <a:pt x="130" y="430"/>
                      </a:lnTo>
                      <a:lnTo>
                        <a:pt x="130" y="430"/>
                      </a:lnTo>
                      <a:lnTo>
                        <a:pt x="132" y="434"/>
                      </a:lnTo>
                      <a:lnTo>
                        <a:pt x="136" y="436"/>
                      </a:lnTo>
                      <a:lnTo>
                        <a:pt x="142" y="438"/>
                      </a:lnTo>
                      <a:lnTo>
                        <a:pt x="142" y="438"/>
                      </a:lnTo>
                      <a:lnTo>
                        <a:pt x="146" y="442"/>
                      </a:lnTo>
                      <a:lnTo>
                        <a:pt x="150" y="446"/>
                      </a:lnTo>
                      <a:lnTo>
                        <a:pt x="152" y="452"/>
                      </a:lnTo>
                      <a:lnTo>
                        <a:pt x="152" y="452"/>
                      </a:lnTo>
                      <a:lnTo>
                        <a:pt x="152" y="456"/>
                      </a:lnTo>
                      <a:lnTo>
                        <a:pt x="154" y="458"/>
                      </a:lnTo>
                      <a:lnTo>
                        <a:pt x="158" y="466"/>
                      </a:lnTo>
                      <a:lnTo>
                        <a:pt x="166" y="472"/>
                      </a:lnTo>
                      <a:lnTo>
                        <a:pt x="170" y="474"/>
                      </a:lnTo>
                      <a:lnTo>
                        <a:pt x="170" y="474"/>
                      </a:lnTo>
                      <a:lnTo>
                        <a:pt x="174" y="476"/>
                      </a:lnTo>
                      <a:lnTo>
                        <a:pt x="178" y="480"/>
                      </a:lnTo>
                      <a:lnTo>
                        <a:pt x="182" y="486"/>
                      </a:lnTo>
                      <a:lnTo>
                        <a:pt x="182" y="486"/>
                      </a:lnTo>
                      <a:lnTo>
                        <a:pt x="186" y="490"/>
                      </a:lnTo>
                      <a:lnTo>
                        <a:pt x="192" y="494"/>
                      </a:lnTo>
                      <a:lnTo>
                        <a:pt x="200" y="500"/>
                      </a:lnTo>
                      <a:lnTo>
                        <a:pt x="200" y="500"/>
                      </a:lnTo>
                      <a:lnTo>
                        <a:pt x="216" y="510"/>
                      </a:lnTo>
                      <a:lnTo>
                        <a:pt x="224" y="516"/>
                      </a:lnTo>
                      <a:lnTo>
                        <a:pt x="224" y="516"/>
                      </a:lnTo>
                      <a:lnTo>
                        <a:pt x="230" y="518"/>
                      </a:lnTo>
                      <a:lnTo>
                        <a:pt x="238" y="518"/>
                      </a:lnTo>
                      <a:lnTo>
                        <a:pt x="246" y="518"/>
                      </a:lnTo>
                      <a:lnTo>
                        <a:pt x="268" y="512"/>
                      </a:lnTo>
                      <a:lnTo>
                        <a:pt x="288" y="504"/>
                      </a:lnTo>
                      <a:lnTo>
                        <a:pt x="306" y="496"/>
                      </a:lnTo>
                      <a:lnTo>
                        <a:pt x="332" y="486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34" y="504"/>
                      </a:lnTo>
                      <a:lnTo>
                        <a:pt x="320" y="526"/>
                      </a:lnTo>
                      <a:lnTo>
                        <a:pt x="320" y="526"/>
                      </a:lnTo>
                      <a:lnTo>
                        <a:pt x="302" y="566"/>
                      </a:lnTo>
                      <a:lnTo>
                        <a:pt x="298" y="576"/>
                      </a:lnTo>
                      <a:lnTo>
                        <a:pt x="298" y="582"/>
                      </a:lnTo>
                      <a:lnTo>
                        <a:pt x="298" y="586"/>
                      </a:lnTo>
                      <a:lnTo>
                        <a:pt x="300" y="586"/>
                      </a:lnTo>
                      <a:lnTo>
                        <a:pt x="302" y="586"/>
                      </a:lnTo>
                      <a:lnTo>
                        <a:pt x="310" y="598"/>
                      </a:lnTo>
                      <a:lnTo>
                        <a:pt x="310" y="598"/>
                      </a:lnTo>
                      <a:lnTo>
                        <a:pt x="318" y="604"/>
                      </a:lnTo>
                      <a:lnTo>
                        <a:pt x="334" y="622"/>
                      </a:lnTo>
                      <a:lnTo>
                        <a:pt x="344" y="630"/>
                      </a:lnTo>
                      <a:lnTo>
                        <a:pt x="356" y="638"/>
                      </a:lnTo>
                      <a:lnTo>
                        <a:pt x="366" y="644"/>
                      </a:lnTo>
                      <a:lnTo>
                        <a:pt x="376" y="646"/>
                      </a:lnTo>
                      <a:lnTo>
                        <a:pt x="376" y="646"/>
                      </a:lnTo>
                      <a:lnTo>
                        <a:pt x="384" y="646"/>
                      </a:lnTo>
                      <a:lnTo>
                        <a:pt x="390" y="648"/>
                      </a:lnTo>
                      <a:lnTo>
                        <a:pt x="396" y="650"/>
                      </a:lnTo>
                      <a:lnTo>
                        <a:pt x="398" y="654"/>
                      </a:lnTo>
                      <a:lnTo>
                        <a:pt x="402" y="660"/>
                      </a:lnTo>
                      <a:lnTo>
                        <a:pt x="404" y="662"/>
                      </a:lnTo>
                      <a:lnTo>
                        <a:pt x="404" y="662"/>
                      </a:lnTo>
                      <a:lnTo>
                        <a:pt x="414" y="670"/>
                      </a:lnTo>
                      <a:lnTo>
                        <a:pt x="424" y="676"/>
                      </a:lnTo>
                      <a:lnTo>
                        <a:pt x="428" y="678"/>
                      </a:lnTo>
                      <a:lnTo>
                        <a:pt x="434" y="676"/>
                      </a:lnTo>
                      <a:lnTo>
                        <a:pt x="434" y="676"/>
                      </a:lnTo>
                      <a:lnTo>
                        <a:pt x="438" y="678"/>
                      </a:lnTo>
                      <a:lnTo>
                        <a:pt x="444" y="680"/>
                      </a:lnTo>
                      <a:lnTo>
                        <a:pt x="454" y="692"/>
                      </a:lnTo>
                      <a:lnTo>
                        <a:pt x="460" y="704"/>
                      </a:lnTo>
                      <a:lnTo>
                        <a:pt x="464" y="710"/>
                      </a:lnTo>
                      <a:lnTo>
                        <a:pt x="464" y="710"/>
                      </a:lnTo>
                      <a:lnTo>
                        <a:pt x="466" y="716"/>
                      </a:lnTo>
                      <a:lnTo>
                        <a:pt x="470" y="730"/>
                      </a:lnTo>
                      <a:lnTo>
                        <a:pt x="472" y="740"/>
                      </a:lnTo>
                      <a:lnTo>
                        <a:pt x="472" y="750"/>
                      </a:lnTo>
                      <a:lnTo>
                        <a:pt x="470" y="760"/>
                      </a:lnTo>
                      <a:lnTo>
                        <a:pt x="468" y="770"/>
                      </a:lnTo>
                      <a:lnTo>
                        <a:pt x="468" y="770"/>
                      </a:lnTo>
                      <a:lnTo>
                        <a:pt x="460" y="788"/>
                      </a:lnTo>
                      <a:lnTo>
                        <a:pt x="456" y="800"/>
                      </a:lnTo>
                      <a:lnTo>
                        <a:pt x="454" y="810"/>
                      </a:lnTo>
                      <a:lnTo>
                        <a:pt x="454" y="810"/>
                      </a:lnTo>
                      <a:lnTo>
                        <a:pt x="452" y="816"/>
                      </a:lnTo>
                      <a:lnTo>
                        <a:pt x="452" y="824"/>
                      </a:lnTo>
                      <a:lnTo>
                        <a:pt x="454" y="832"/>
                      </a:lnTo>
                      <a:lnTo>
                        <a:pt x="454" y="832"/>
                      </a:lnTo>
                      <a:lnTo>
                        <a:pt x="458" y="852"/>
                      </a:lnTo>
                      <a:lnTo>
                        <a:pt x="462" y="858"/>
                      </a:lnTo>
                      <a:lnTo>
                        <a:pt x="466" y="864"/>
                      </a:lnTo>
                      <a:lnTo>
                        <a:pt x="466" y="864"/>
                      </a:lnTo>
                      <a:lnTo>
                        <a:pt x="468" y="864"/>
                      </a:lnTo>
                      <a:lnTo>
                        <a:pt x="472" y="864"/>
                      </a:lnTo>
                      <a:lnTo>
                        <a:pt x="472" y="864"/>
                      </a:lnTo>
                      <a:lnTo>
                        <a:pt x="476" y="860"/>
                      </a:lnTo>
                      <a:lnTo>
                        <a:pt x="480" y="858"/>
                      </a:lnTo>
                      <a:lnTo>
                        <a:pt x="496" y="810"/>
                      </a:lnTo>
                      <a:lnTo>
                        <a:pt x="490" y="798"/>
                      </a:lnTo>
                      <a:lnTo>
                        <a:pt x="490" y="798"/>
                      </a:lnTo>
                      <a:lnTo>
                        <a:pt x="492" y="792"/>
                      </a:lnTo>
                      <a:lnTo>
                        <a:pt x="494" y="786"/>
                      </a:lnTo>
                      <a:lnTo>
                        <a:pt x="498" y="784"/>
                      </a:lnTo>
                      <a:lnTo>
                        <a:pt x="498" y="784"/>
                      </a:lnTo>
                      <a:lnTo>
                        <a:pt x="502" y="778"/>
                      </a:lnTo>
                      <a:lnTo>
                        <a:pt x="506" y="770"/>
                      </a:lnTo>
                      <a:lnTo>
                        <a:pt x="508" y="758"/>
                      </a:lnTo>
                      <a:lnTo>
                        <a:pt x="508" y="758"/>
                      </a:lnTo>
                      <a:lnTo>
                        <a:pt x="512" y="748"/>
                      </a:lnTo>
                      <a:lnTo>
                        <a:pt x="520" y="726"/>
                      </a:lnTo>
                      <a:lnTo>
                        <a:pt x="520" y="726"/>
                      </a:lnTo>
                      <a:lnTo>
                        <a:pt x="524" y="694"/>
                      </a:lnTo>
                      <a:lnTo>
                        <a:pt x="526" y="676"/>
                      </a:lnTo>
                      <a:lnTo>
                        <a:pt x="524" y="662"/>
                      </a:lnTo>
                      <a:lnTo>
                        <a:pt x="524" y="662"/>
                      </a:lnTo>
                      <a:lnTo>
                        <a:pt x="504" y="578"/>
                      </a:lnTo>
                      <a:lnTo>
                        <a:pt x="494" y="526"/>
                      </a:lnTo>
                      <a:lnTo>
                        <a:pt x="492" y="510"/>
                      </a:lnTo>
                      <a:lnTo>
                        <a:pt x="492" y="504"/>
                      </a:lnTo>
                      <a:lnTo>
                        <a:pt x="494" y="502"/>
                      </a:lnTo>
                      <a:lnTo>
                        <a:pt x="494" y="502"/>
                      </a:lnTo>
                      <a:lnTo>
                        <a:pt x="498" y="498"/>
                      </a:lnTo>
                      <a:lnTo>
                        <a:pt x="500" y="492"/>
                      </a:lnTo>
                      <a:lnTo>
                        <a:pt x="504" y="474"/>
                      </a:lnTo>
                      <a:lnTo>
                        <a:pt x="512" y="500"/>
                      </a:lnTo>
                      <a:lnTo>
                        <a:pt x="518" y="508"/>
                      </a:lnTo>
                      <a:lnTo>
                        <a:pt x="518" y="520"/>
                      </a:lnTo>
                      <a:lnTo>
                        <a:pt x="526" y="538"/>
                      </a:lnTo>
                      <a:lnTo>
                        <a:pt x="528" y="542"/>
                      </a:lnTo>
                      <a:lnTo>
                        <a:pt x="538" y="568"/>
                      </a:lnTo>
                      <a:lnTo>
                        <a:pt x="542" y="568"/>
                      </a:lnTo>
                      <a:lnTo>
                        <a:pt x="544" y="572"/>
                      </a:lnTo>
                      <a:lnTo>
                        <a:pt x="542" y="576"/>
                      </a:lnTo>
                      <a:lnTo>
                        <a:pt x="548" y="588"/>
                      </a:lnTo>
                      <a:lnTo>
                        <a:pt x="556" y="608"/>
                      </a:lnTo>
                      <a:lnTo>
                        <a:pt x="570" y="620"/>
                      </a:lnTo>
                      <a:lnTo>
                        <a:pt x="588" y="626"/>
                      </a:lnTo>
                      <a:lnTo>
                        <a:pt x="584" y="614"/>
                      </a:lnTo>
                      <a:lnTo>
                        <a:pt x="590" y="624"/>
                      </a:lnTo>
                      <a:lnTo>
                        <a:pt x="598" y="608"/>
                      </a:lnTo>
                      <a:lnTo>
                        <a:pt x="598" y="590"/>
                      </a:lnTo>
                      <a:lnTo>
                        <a:pt x="590" y="570"/>
                      </a:lnTo>
                      <a:lnTo>
                        <a:pt x="586" y="558"/>
                      </a:lnTo>
                      <a:lnTo>
                        <a:pt x="580" y="556"/>
                      </a:lnTo>
                      <a:lnTo>
                        <a:pt x="580" y="552"/>
                      </a:lnTo>
                      <a:lnTo>
                        <a:pt x="582" y="548"/>
                      </a:lnTo>
                      <a:lnTo>
                        <a:pt x="572" y="524"/>
                      </a:lnTo>
                      <a:lnTo>
                        <a:pt x="570" y="520"/>
                      </a:lnTo>
                      <a:lnTo>
                        <a:pt x="562" y="502"/>
                      </a:lnTo>
                      <a:lnTo>
                        <a:pt x="554" y="492"/>
                      </a:lnTo>
                      <a:lnTo>
                        <a:pt x="550" y="484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54" y="470"/>
                      </a:lnTo>
                      <a:lnTo>
                        <a:pt x="560" y="472"/>
                      </a:lnTo>
                      <a:lnTo>
                        <a:pt x="566" y="472"/>
                      </a:lnTo>
                      <a:lnTo>
                        <a:pt x="566" y="472"/>
                      </a:lnTo>
                      <a:close/>
                      <a:moveTo>
                        <a:pt x="466" y="344"/>
                      </a:move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>
                  <a:noFill/>
                </a:ln>
                <a:effectLst>
                  <a:glow rad="38100">
                    <a:schemeClr val="bg2">
                      <a:lumMod val="50000"/>
                      <a:lumOff val="50000"/>
                      <a:alpha val="15000"/>
                    </a:schemeClr>
                  </a:glow>
                  <a:softEdge rad="12700"/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7" name="Group 112"/>
              <p:cNvGrpSpPr>
                <a:grpSpLocks noChangeAspect="1"/>
              </p:cNvGrpSpPr>
              <p:nvPr/>
            </p:nvGrpSpPr>
            <p:grpSpPr>
              <a:xfrm>
                <a:off x="7679515" y="5943604"/>
                <a:ext cx="1331670" cy="914403"/>
                <a:chOff x="7953375" y="152400"/>
                <a:chExt cx="1775564" cy="12192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88" name="Freeform 35"/>
                <p:cNvSpPr>
                  <a:spLocks/>
                </p:cNvSpPr>
                <p:nvPr/>
              </p:nvSpPr>
              <p:spPr bwMode="auto">
                <a:xfrm>
                  <a:off x="7953375" y="688975"/>
                  <a:ext cx="269875" cy="127000"/>
                </a:xfrm>
                <a:custGeom>
                  <a:avLst/>
                  <a:gdLst>
                    <a:gd name="T0" fmla="*/ 170 w 170"/>
                    <a:gd name="T1" fmla="*/ 80 h 80"/>
                    <a:gd name="T2" fmla="*/ 170 w 170"/>
                    <a:gd name="T3" fmla="*/ 80 h 80"/>
                    <a:gd name="T4" fmla="*/ 170 w 170"/>
                    <a:gd name="T5" fmla="*/ 80 h 80"/>
                    <a:gd name="T6" fmla="*/ 170 w 170"/>
                    <a:gd name="T7" fmla="*/ 80 h 80"/>
                    <a:gd name="T8" fmla="*/ 154 w 170"/>
                    <a:gd name="T9" fmla="*/ 72 h 80"/>
                    <a:gd name="T10" fmla="*/ 38 w 170"/>
                    <a:gd name="T11" fmla="*/ 14 h 80"/>
                    <a:gd name="T12" fmla="*/ 38 w 170"/>
                    <a:gd name="T13" fmla="*/ 14 h 80"/>
                    <a:gd name="T14" fmla="*/ 18 w 170"/>
                    <a:gd name="T15" fmla="*/ 4 h 80"/>
                    <a:gd name="T16" fmla="*/ 18 w 170"/>
                    <a:gd name="T17" fmla="*/ 4 h 80"/>
                    <a:gd name="T18" fmla="*/ 12 w 170"/>
                    <a:gd name="T19" fmla="*/ 2 h 80"/>
                    <a:gd name="T20" fmla="*/ 4 w 170"/>
                    <a:gd name="T21" fmla="*/ 0 h 80"/>
                    <a:gd name="T22" fmla="*/ 4 w 170"/>
                    <a:gd name="T23" fmla="*/ 0 h 80"/>
                    <a:gd name="T24" fmla="*/ 0 w 170"/>
                    <a:gd name="T25" fmla="*/ 0 h 80"/>
                    <a:gd name="T26" fmla="*/ 2 w 170"/>
                    <a:gd name="T27" fmla="*/ 4 h 80"/>
                    <a:gd name="T28" fmla="*/ 2 w 170"/>
                    <a:gd name="T29" fmla="*/ 4 h 80"/>
                    <a:gd name="T30" fmla="*/ 4 w 170"/>
                    <a:gd name="T31" fmla="*/ 6 h 80"/>
                    <a:gd name="T32" fmla="*/ 10 w 170"/>
                    <a:gd name="T33" fmla="*/ 8 h 80"/>
                    <a:gd name="T34" fmla="*/ 10 w 170"/>
                    <a:gd name="T35" fmla="*/ 8 h 80"/>
                    <a:gd name="T36" fmla="*/ 28 w 170"/>
                    <a:gd name="T37" fmla="*/ 16 h 80"/>
                    <a:gd name="T38" fmla="*/ 154 w 170"/>
                    <a:gd name="T39" fmla="*/ 74 h 80"/>
                    <a:gd name="T40" fmla="*/ 154 w 170"/>
                    <a:gd name="T41" fmla="*/ 74 h 80"/>
                    <a:gd name="T42" fmla="*/ 170 w 170"/>
                    <a:gd name="T43" fmla="*/ 80 h 80"/>
                    <a:gd name="T44" fmla="*/ 170 w 170"/>
                    <a:gd name="T45" fmla="*/ 8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70" h="80">
                      <a:moveTo>
                        <a:pt x="170" y="80"/>
                      </a:moveTo>
                      <a:lnTo>
                        <a:pt x="170" y="80"/>
                      </a:lnTo>
                      <a:lnTo>
                        <a:pt x="170" y="80"/>
                      </a:lnTo>
                      <a:lnTo>
                        <a:pt x="170" y="80"/>
                      </a:lnTo>
                      <a:lnTo>
                        <a:pt x="154" y="72"/>
                      </a:lnTo>
                      <a:lnTo>
                        <a:pt x="38" y="14"/>
                      </a:lnTo>
                      <a:lnTo>
                        <a:pt x="38" y="14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2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10" y="8"/>
                      </a:lnTo>
                      <a:lnTo>
                        <a:pt x="10" y="8"/>
                      </a:lnTo>
                      <a:lnTo>
                        <a:pt x="28" y="16"/>
                      </a:lnTo>
                      <a:lnTo>
                        <a:pt x="154" y="74"/>
                      </a:lnTo>
                      <a:lnTo>
                        <a:pt x="154" y="74"/>
                      </a:lnTo>
                      <a:lnTo>
                        <a:pt x="170" y="80"/>
                      </a:lnTo>
                      <a:lnTo>
                        <a:pt x="170" y="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Freeform 36"/>
                <p:cNvSpPr>
                  <a:spLocks/>
                </p:cNvSpPr>
                <p:nvPr/>
              </p:nvSpPr>
              <p:spPr bwMode="auto">
                <a:xfrm>
                  <a:off x="8226425" y="8223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0" name="Freeform 37"/>
                <p:cNvSpPr>
                  <a:spLocks/>
                </p:cNvSpPr>
                <p:nvPr/>
              </p:nvSpPr>
              <p:spPr bwMode="auto">
                <a:xfrm>
                  <a:off x="8232775" y="514350"/>
                  <a:ext cx="19050" cy="295275"/>
                </a:xfrm>
                <a:custGeom>
                  <a:avLst/>
                  <a:gdLst>
                    <a:gd name="T0" fmla="*/ 2 w 12"/>
                    <a:gd name="T1" fmla="*/ 186 h 186"/>
                    <a:gd name="T2" fmla="*/ 2 w 12"/>
                    <a:gd name="T3" fmla="*/ 186 h 186"/>
                    <a:gd name="T4" fmla="*/ 4 w 12"/>
                    <a:gd name="T5" fmla="*/ 168 h 186"/>
                    <a:gd name="T6" fmla="*/ 8 w 12"/>
                    <a:gd name="T7" fmla="*/ 30 h 186"/>
                    <a:gd name="T8" fmla="*/ 8 w 12"/>
                    <a:gd name="T9" fmla="*/ 30 h 186"/>
                    <a:gd name="T10" fmla="*/ 10 w 12"/>
                    <a:gd name="T11" fmla="*/ 10 h 186"/>
                    <a:gd name="T12" fmla="*/ 10 w 12"/>
                    <a:gd name="T13" fmla="*/ 10 h 186"/>
                    <a:gd name="T14" fmla="*/ 12 w 12"/>
                    <a:gd name="T15" fmla="*/ 6 h 186"/>
                    <a:gd name="T16" fmla="*/ 10 w 12"/>
                    <a:gd name="T17" fmla="*/ 0 h 186"/>
                    <a:gd name="T18" fmla="*/ 10 w 12"/>
                    <a:gd name="T19" fmla="*/ 0 h 186"/>
                    <a:gd name="T20" fmla="*/ 8 w 12"/>
                    <a:gd name="T21" fmla="*/ 0 h 186"/>
                    <a:gd name="T22" fmla="*/ 6 w 12"/>
                    <a:gd name="T23" fmla="*/ 2 h 186"/>
                    <a:gd name="T24" fmla="*/ 6 w 12"/>
                    <a:gd name="T25" fmla="*/ 2 h 186"/>
                    <a:gd name="T26" fmla="*/ 4 w 12"/>
                    <a:gd name="T27" fmla="*/ 8 h 186"/>
                    <a:gd name="T28" fmla="*/ 4 w 12"/>
                    <a:gd name="T29" fmla="*/ 16 h 186"/>
                    <a:gd name="T30" fmla="*/ 4 w 12"/>
                    <a:gd name="T31" fmla="*/ 16 h 186"/>
                    <a:gd name="T32" fmla="*/ 4 w 12"/>
                    <a:gd name="T33" fmla="*/ 38 h 186"/>
                    <a:gd name="T34" fmla="*/ 0 w 12"/>
                    <a:gd name="T35" fmla="*/ 168 h 186"/>
                    <a:gd name="T36" fmla="*/ 0 w 12"/>
                    <a:gd name="T37" fmla="*/ 168 h 186"/>
                    <a:gd name="T38" fmla="*/ 0 w 12"/>
                    <a:gd name="T39" fmla="*/ 186 h 186"/>
                    <a:gd name="T40" fmla="*/ 0 w 12"/>
                    <a:gd name="T41" fmla="*/ 186 h 186"/>
                    <a:gd name="T42" fmla="*/ 0 w 12"/>
                    <a:gd name="T43" fmla="*/ 186 h 186"/>
                    <a:gd name="T44" fmla="*/ 0 w 12"/>
                    <a:gd name="T45" fmla="*/ 186 h 186"/>
                    <a:gd name="T46" fmla="*/ 2 w 12"/>
                    <a:gd name="T47" fmla="*/ 186 h 186"/>
                    <a:gd name="T48" fmla="*/ 2 w 12"/>
                    <a:gd name="T49" fmla="*/ 186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2" h="186">
                      <a:moveTo>
                        <a:pt x="2" y="186"/>
                      </a:moveTo>
                      <a:lnTo>
                        <a:pt x="2" y="186"/>
                      </a:lnTo>
                      <a:lnTo>
                        <a:pt x="4" y="168"/>
                      </a:lnTo>
                      <a:lnTo>
                        <a:pt x="8" y="30"/>
                      </a:lnTo>
                      <a:lnTo>
                        <a:pt x="8" y="30"/>
                      </a:lnTo>
                      <a:lnTo>
                        <a:pt x="10" y="10"/>
                      </a:lnTo>
                      <a:lnTo>
                        <a:pt x="10" y="10"/>
                      </a:lnTo>
                      <a:lnTo>
                        <a:pt x="12" y="6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6" y="2"/>
                      </a:lnTo>
                      <a:lnTo>
                        <a:pt x="6" y="2"/>
                      </a:lnTo>
                      <a:lnTo>
                        <a:pt x="4" y="8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4" y="38"/>
                      </a:lnTo>
                      <a:lnTo>
                        <a:pt x="0" y="168"/>
                      </a:lnTo>
                      <a:lnTo>
                        <a:pt x="0" y="168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2" y="186"/>
                      </a:lnTo>
                      <a:lnTo>
                        <a:pt x="2" y="1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Freeform 38"/>
                <p:cNvSpPr>
                  <a:spLocks noEditPoints="1"/>
                </p:cNvSpPr>
                <p:nvPr/>
              </p:nvSpPr>
              <p:spPr bwMode="auto">
                <a:xfrm>
                  <a:off x="8274789" y="152400"/>
                  <a:ext cx="1454150" cy="1219200"/>
                </a:xfrm>
                <a:custGeom>
                  <a:avLst/>
                  <a:gdLst>
                    <a:gd name="T0" fmla="*/ 838 w 916"/>
                    <a:gd name="T1" fmla="*/ 674 h 768"/>
                    <a:gd name="T2" fmla="*/ 790 w 916"/>
                    <a:gd name="T3" fmla="*/ 634 h 768"/>
                    <a:gd name="T4" fmla="*/ 780 w 916"/>
                    <a:gd name="T5" fmla="*/ 590 h 768"/>
                    <a:gd name="T6" fmla="*/ 786 w 916"/>
                    <a:gd name="T7" fmla="*/ 556 h 768"/>
                    <a:gd name="T8" fmla="*/ 788 w 916"/>
                    <a:gd name="T9" fmla="*/ 524 h 768"/>
                    <a:gd name="T10" fmla="*/ 790 w 916"/>
                    <a:gd name="T11" fmla="*/ 450 h 768"/>
                    <a:gd name="T12" fmla="*/ 782 w 916"/>
                    <a:gd name="T13" fmla="*/ 420 h 768"/>
                    <a:gd name="T14" fmla="*/ 666 w 916"/>
                    <a:gd name="T15" fmla="*/ 406 h 768"/>
                    <a:gd name="T16" fmla="*/ 758 w 916"/>
                    <a:gd name="T17" fmla="*/ 340 h 768"/>
                    <a:gd name="T18" fmla="*/ 770 w 916"/>
                    <a:gd name="T19" fmla="*/ 308 h 768"/>
                    <a:gd name="T20" fmla="*/ 770 w 916"/>
                    <a:gd name="T21" fmla="*/ 266 h 768"/>
                    <a:gd name="T22" fmla="*/ 768 w 916"/>
                    <a:gd name="T23" fmla="*/ 236 h 768"/>
                    <a:gd name="T24" fmla="*/ 756 w 916"/>
                    <a:gd name="T25" fmla="*/ 212 h 768"/>
                    <a:gd name="T26" fmla="*/ 756 w 916"/>
                    <a:gd name="T27" fmla="*/ 190 h 768"/>
                    <a:gd name="T28" fmla="*/ 746 w 916"/>
                    <a:gd name="T29" fmla="*/ 152 h 768"/>
                    <a:gd name="T30" fmla="*/ 750 w 916"/>
                    <a:gd name="T31" fmla="*/ 118 h 768"/>
                    <a:gd name="T32" fmla="*/ 752 w 916"/>
                    <a:gd name="T33" fmla="*/ 92 h 768"/>
                    <a:gd name="T34" fmla="*/ 756 w 916"/>
                    <a:gd name="T35" fmla="*/ 62 h 768"/>
                    <a:gd name="T36" fmla="*/ 678 w 916"/>
                    <a:gd name="T37" fmla="*/ 10 h 768"/>
                    <a:gd name="T38" fmla="*/ 594 w 916"/>
                    <a:gd name="T39" fmla="*/ 82 h 768"/>
                    <a:gd name="T40" fmla="*/ 540 w 916"/>
                    <a:gd name="T41" fmla="*/ 186 h 768"/>
                    <a:gd name="T42" fmla="*/ 514 w 916"/>
                    <a:gd name="T43" fmla="*/ 366 h 768"/>
                    <a:gd name="T44" fmla="*/ 502 w 916"/>
                    <a:gd name="T45" fmla="*/ 424 h 768"/>
                    <a:gd name="T46" fmla="*/ 496 w 916"/>
                    <a:gd name="T47" fmla="*/ 412 h 768"/>
                    <a:gd name="T48" fmla="*/ 486 w 916"/>
                    <a:gd name="T49" fmla="*/ 412 h 768"/>
                    <a:gd name="T50" fmla="*/ 478 w 916"/>
                    <a:gd name="T51" fmla="*/ 416 h 768"/>
                    <a:gd name="T52" fmla="*/ 476 w 916"/>
                    <a:gd name="T53" fmla="*/ 422 h 768"/>
                    <a:gd name="T54" fmla="*/ 468 w 916"/>
                    <a:gd name="T55" fmla="*/ 432 h 768"/>
                    <a:gd name="T56" fmla="*/ 474 w 916"/>
                    <a:gd name="T57" fmla="*/ 454 h 768"/>
                    <a:gd name="T58" fmla="*/ 380 w 916"/>
                    <a:gd name="T59" fmla="*/ 406 h 768"/>
                    <a:gd name="T60" fmla="*/ 222 w 916"/>
                    <a:gd name="T61" fmla="*/ 362 h 768"/>
                    <a:gd name="T62" fmla="*/ 108 w 916"/>
                    <a:gd name="T63" fmla="*/ 370 h 768"/>
                    <a:gd name="T64" fmla="*/ 0 w 916"/>
                    <a:gd name="T65" fmla="*/ 436 h 768"/>
                    <a:gd name="T66" fmla="*/ 44 w 916"/>
                    <a:gd name="T67" fmla="*/ 504 h 768"/>
                    <a:gd name="T68" fmla="*/ 70 w 916"/>
                    <a:gd name="T69" fmla="*/ 514 h 768"/>
                    <a:gd name="T70" fmla="*/ 96 w 916"/>
                    <a:gd name="T71" fmla="*/ 522 h 768"/>
                    <a:gd name="T72" fmla="*/ 126 w 916"/>
                    <a:gd name="T73" fmla="*/ 536 h 768"/>
                    <a:gd name="T74" fmla="*/ 150 w 916"/>
                    <a:gd name="T75" fmla="*/ 558 h 768"/>
                    <a:gd name="T76" fmla="*/ 172 w 916"/>
                    <a:gd name="T77" fmla="*/ 572 h 768"/>
                    <a:gd name="T78" fmla="*/ 192 w 916"/>
                    <a:gd name="T79" fmla="*/ 594 h 768"/>
                    <a:gd name="T80" fmla="*/ 210 w 916"/>
                    <a:gd name="T81" fmla="*/ 608 h 768"/>
                    <a:gd name="T82" fmla="*/ 258 w 916"/>
                    <a:gd name="T83" fmla="*/ 632 h 768"/>
                    <a:gd name="T84" fmla="*/ 320 w 916"/>
                    <a:gd name="T85" fmla="*/ 610 h 768"/>
                    <a:gd name="T86" fmla="*/ 368 w 916"/>
                    <a:gd name="T87" fmla="*/ 604 h 768"/>
                    <a:gd name="T88" fmla="*/ 342 w 916"/>
                    <a:gd name="T89" fmla="*/ 692 h 768"/>
                    <a:gd name="T90" fmla="*/ 384 w 916"/>
                    <a:gd name="T91" fmla="*/ 724 h 768"/>
                    <a:gd name="T92" fmla="*/ 440 w 916"/>
                    <a:gd name="T93" fmla="*/ 740 h 768"/>
                    <a:gd name="T94" fmla="*/ 462 w 916"/>
                    <a:gd name="T95" fmla="*/ 754 h 768"/>
                    <a:gd name="T96" fmla="*/ 500 w 916"/>
                    <a:gd name="T97" fmla="*/ 764 h 768"/>
                    <a:gd name="T98" fmla="*/ 584 w 916"/>
                    <a:gd name="T99" fmla="*/ 736 h 768"/>
                    <a:gd name="T100" fmla="*/ 530 w 916"/>
                    <a:gd name="T101" fmla="*/ 578 h 768"/>
                    <a:gd name="T102" fmla="*/ 558 w 916"/>
                    <a:gd name="T103" fmla="*/ 594 h 768"/>
                    <a:gd name="T104" fmla="*/ 590 w 916"/>
                    <a:gd name="T105" fmla="*/ 648 h 768"/>
                    <a:gd name="T106" fmla="*/ 646 w 916"/>
                    <a:gd name="T107" fmla="*/ 688 h 768"/>
                    <a:gd name="T108" fmla="*/ 624 w 916"/>
                    <a:gd name="T109" fmla="*/ 616 h 768"/>
                    <a:gd name="T110" fmla="*/ 584 w 916"/>
                    <a:gd name="T111" fmla="*/ 550 h 768"/>
                    <a:gd name="T112" fmla="*/ 598 w 916"/>
                    <a:gd name="T113" fmla="*/ 536 h 768"/>
                    <a:gd name="T114" fmla="*/ 714 w 916"/>
                    <a:gd name="T115" fmla="*/ 658 h 768"/>
                    <a:gd name="T116" fmla="*/ 804 w 916"/>
                    <a:gd name="T117" fmla="*/ 702 h 768"/>
                    <a:gd name="T118" fmla="*/ 836 w 916"/>
                    <a:gd name="T119" fmla="*/ 708 h 768"/>
                    <a:gd name="T120" fmla="*/ 910 w 916"/>
                    <a:gd name="T121" fmla="*/ 736 h 768"/>
                    <a:gd name="T122" fmla="*/ 910 w 916"/>
                    <a:gd name="T123" fmla="*/ 716 h 768"/>
                    <a:gd name="T124" fmla="*/ 878 w 916"/>
                    <a:gd name="T125" fmla="*/ 688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916" h="768">
                      <a:moveTo>
                        <a:pt x="878" y="688"/>
                      </a:moveTo>
                      <a:lnTo>
                        <a:pt x="878" y="688"/>
                      </a:lnTo>
                      <a:lnTo>
                        <a:pt x="868" y="682"/>
                      </a:lnTo>
                      <a:lnTo>
                        <a:pt x="856" y="678"/>
                      </a:lnTo>
                      <a:lnTo>
                        <a:pt x="838" y="674"/>
                      </a:lnTo>
                      <a:lnTo>
                        <a:pt x="838" y="674"/>
                      </a:lnTo>
                      <a:lnTo>
                        <a:pt x="828" y="672"/>
                      </a:lnTo>
                      <a:lnTo>
                        <a:pt x="818" y="666"/>
                      </a:lnTo>
                      <a:lnTo>
                        <a:pt x="810" y="660"/>
                      </a:lnTo>
                      <a:lnTo>
                        <a:pt x="802" y="652"/>
                      </a:lnTo>
                      <a:lnTo>
                        <a:pt x="792" y="640"/>
                      </a:lnTo>
                      <a:lnTo>
                        <a:pt x="790" y="634"/>
                      </a:lnTo>
                      <a:lnTo>
                        <a:pt x="790" y="634"/>
                      </a:lnTo>
                      <a:lnTo>
                        <a:pt x="786" y="630"/>
                      </a:lnTo>
                      <a:lnTo>
                        <a:pt x="780" y="616"/>
                      </a:lnTo>
                      <a:lnTo>
                        <a:pt x="776" y="602"/>
                      </a:lnTo>
                      <a:lnTo>
                        <a:pt x="778" y="596"/>
                      </a:lnTo>
                      <a:lnTo>
                        <a:pt x="780" y="590"/>
                      </a:lnTo>
                      <a:lnTo>
                        <a:pt x="780" y="590"/>
                      </a:lnTo>
                      <a:lnTo>
                        <a:pt x="784" y="586"/>
                      </a:lnTo>
                      <a:lnTo>
                        <a:pt x="786" y="582"/>
                      </a:lnTo>
                      <a:lnTo>
                        <a:pt x="786" y="570"/>
                      </a:lnTo>
                      <a:lnTo>
                        <a:pt x="786" y="556"/>
                      </a:lnTo>
                      <a:lnTo>
                        <a:pt x="786" y="556"/>
                      </a:lnTo>
                      <a:lnTo>
                        <a:pt x="784" y="554"/>
                      </a:lnTo>
                      <a:lnTo>
                        <a:pt x="782" y="548"/>
                      </a:lnTo>
                      <a:lnTo>
                        <a:pt x="780" y="544"/>
                      </a:lnTo>
                      <a:lnTo>
                        <a:pt x="782" y="538"/>
                      </a:lnTo>
                      <a:lnTo>
                        <a:pt x="784" y="532"/>
                      </a:lnTo>
                      <a:lnTo>
                        <a:pt x="788" y="524"/>
                      </a:lnTo>
                      <a:lnTo>
                        <a:pt x="788" y="524"/>
                      </a:lnTo>
                      <a:lnTo>
                        <a:pt x="792" y="514"/>
                      </a:lnTo>
                      <a:lnTo>
                        <a:pt x="794" y="502"/>
                      </a:lnTo>
                      <a:lnTo>
                        <a:pt x="794" y="488"/>
                      </a:lnTo>
                      <a:lnTo>
                        <a:pt x="794" y="474"/>
                      </a:lnTo>
                      <a:lnTo>
                        <a:pt x="790" y="450"/>
                      </a:lnTo>
                      <a:lnTo>
                        <a:pt x="786" y="440"/>
                      </a:lnTo>
                      <a:lnTo>
                        <a:pt x="782" y="426"/>
                      </a:lnTo>
                      <a:lnTo>
                        <a:pt x="782" y="426"/>
                      </a:lnTo>
                      <a:lnTo>
                        <a:pt x="784" y="424"/>
                      </a:lnTo>
                      <a:lnTo>
                        <a:pt x="784" y="422"/>
                      </a:lnTo>
                      <a:lnTo>
                        <a:pt x="782" y="420"/>
                      </a:lnTo>
                      <a:lnTo>
                        <a:pt x="776" y="418"/>
                      </a:lnTo>
                      <a:lnTo>
                        <a:pt x="766" y="414"/>
                      </a:lnTo>
                      <a:lnTo>
                        <a:pt x="722" y="406"/>
                      </a:lnTo>
                      <a:lnTo>
                        <a:pt x="722" y="406"/>
                      </a:lnTo>
                      <a:lnTo>
                        <a:pt x="696" y="404"/>
                      </a:lnTo>
                      <a:lnTo>
                        <a:pt x="666" y="406"/>
                      </a:lnTo>
                      <a:lnTo>
                        <a:pt x="668" y="404"/>
                      </a:lnTo>
                      <a:lnTo>
                        <a:pt x="682" y="392"/>
                      </a:lnTo>
                      <a:lnTo>
                        <a:pt x="704" y="376"/>
                      </a:lnTo>
                      <a:lnTo>
                        <a:pt x="722" y="366"/>
                      </a:lnTo>
                      <a:lnTo>
                        <a:pt x="742" y="354"/>
                      </a:lnTo>
                      <a:lnTo>
                        <a:pt x="758" y="340"/>
                      </a:lnTo>
                      <a:lnTo>
                        <a:pt x="758" y="340"/>
                      </a:lnTo>
                      <a:lnTo>
                        <a:pt x="764" y="332"/>
                      </a:lnTo>
                      <a:lnTo>
                        <a:pt x="768" y="326"/>
                      </a:lnTo>
                      <a:lnTo>
                        <a:pt x="770" y="320"/>
                      </a:lnTo>
                      <a:lnTo>
                        <a:pt x="770" y="320"/>
                      </a:lnTo>
                      <a:lnTo>
                        <a:pt x="770" y="308"/>
                      </a:lnTo>
                      <a:lnTo>
                        <a:pt x="772" y="290"/>
                      </a:lnTo>
                      <a:lnTo>
                        <a:pt x="772" y="290"/>
                      </a:lnTo>
                      <a:lnTo>
                        <a:pt x="772" y="280"/>
                      </a:lnTo>
                      <a:lnTo>
                        <a:pt x="772" y="272"/>
                      </a:lnTo>
                      <a:lnTo>
                        <a:pt x="770" y="266"/>
                      </a:lnTo>
                      <a:lnTo>
                        <a:pt x="770" y="266"/>
                      </a:lnTo>
                      <a:lnTo>
                        <a:pt x="768" y="260"/>
                      </a:lnTo>
                      <a:lnTo>
                        <a:pt x="768" y="254"/>
                      </a:lnTo>
                      <a:lnTo>
                        <a:pt x="768" y="250"/>
                      </a:lnTo>
                      <a:lnTo>
                        <a:pt x="768" y="250"/>
                      </a:lnTo>
                      <a:lnTo>
                        <a:pt x="768" y="244"/>
                      </a:lnTo>
                      <a:lnTo>
                        <a:pt x="768" y="236"/>
                      </a:lnTo>
                      <a:lnTo>
                        <a:pt x="766" y="226"/>
                      </a:lnTo>
                      <a:lnTo>
                        <a:pt x="764" y="222"/>
                      </a:lnTo>
                      <a:lnTo>
                        <a:pt x="760" y="220"/>
                      </a:lnTo>
                      <a:lnTo>
                        <a:pt x="760" y="220"/>
                      </a:lnTo>
                      <a:lnTo>
                        <a:pt x="756" y="216"/>
                      </a:lnTo>
                      <a:lnTo>
                        <a:pt x="756" y="212"/>
                      </a:lnTo>
                      <a:lnTo>
                        <a:pt x="754" y="204"/>
                      </a:lnTo>
                      <a:lnTo>
                        <a:pt x="754" y="204"/>
                      </a:lnTo>
                      <a:lnTo>
                        <a:pt x="756" y="198"/>
                      </a:lnTo>
                      <a:lnTo>
                        <a:pt x="758" y="194"/>
                      </a:lnTo>
                      <a:lnTo>
                        <a:pt x="756" y="190"/>
                      </a:lnTo>
                      <a:lnTo>
                        <a:pt x="756" y="190"/>
                      </a:lnTo>
                      <a:lnTo>
                        <a:pt x="752" y="186"/>
                      </a:lnTo>
                      <a:lnTo>
                        <a:pt x="748" y="180"/>
                      </a:lnTo>
                      <a:lnTo>
                        <a:pt x="744" y="170"/>
                      </a:lnTo>
                      <a:lnTo>
                        <a:pt x="744" y="170"/>
                      </a:lnTo>
                      <a:lnTo>
                        <a:pt x="746" y="160"/>
                      </a:lnTo>
                      <a:lnTo>
                        <a:pt x="746" y="152"/>
                      </a:lnTo>
                      <a:lnTo>
                        <a:pt x="746" y="146"/>
                      </a:lnTo>
                      <a:lnTo>
                        <a:pt x="746" y="146"/>
                      </a:lnTo>
                      <a:lnTo>
                        <a:pt x="746" y="142"/>
                      </a:lnTo>
                      <a:lnTo>
                        <a:pt x="746" y="134"/>
                      </a:lnTo>
                      <a:lnTo>
                        <a:pt x="746" y="126"/>
                      </a:lnTo>
                      <a:lnTo>
                        <a:pt x="750" y="118"/>
                      </a:lnTo>
                      <a:lnTo>
                        <a:pt x="750" y="118"/>
                      </a:lnTo>
                      <a:lnTo>
                        <a:pt x="752" y="112"/>
                      </a:lnTo>
                      <a:lnTo>
                        <a:pt x="752" y="106"/>
                      </a:lnTo>
                      <a:lnTo>
                        <a:pt x="752" y="98"/>
                      </a:lnTo>
                      <a:lnTo>
                        <a:pt x="752" y="98"/>
                      </a:lnTo>
                      <a:lnTo>
                        <a:pt x="752" y="92"/>
                      </a:lnTo>
                      <a:lnTo>
                        <a:pt x="752" y="88"/>
                      </a:lnTo>
                      <a:lnTo>
                        <a:pt x="752" y="84"/>
                      </a:lnTo>
                      <a:lnTo>
                        <a:pt x="752" y="84"/>
                      </a:lnTo>
                      <a:lnTo>
                        <a:pt x="754" y="78"/>
                      </a:lnTo>
                      <a:lnTo>
                        <a:pt x="756" y="72"/>
                      </a:lnTo>
                      <a:lnTo>
                        <a:pt x="756" y="62"/>
                      </a:lnTo>
                      <a:lnTo>
                        <a:pt x="754" y="42"/>
                      </a:lnTo>
                      <a:lnTo>
                        <a:pt x="748" y="24"/>
                      </a:lnTo>
                      <a:lnTo>
                        <a:pt x="740" y="10"/>
                      </a:lnTo>
                      <a:lnTo>
                        <a:pt x="726" y="2"/>
                      </a:lnTo>
                      <a:lnTo>
                        <a:pt x="704" y="0"/>
                      </a:lnTo>
                      <a:lnTo>
                        <a:pt x="678" y="10"/>
                      </a:lnTo>
                      <a:lnTo>
                        <a:pt x="654" y="24"/>
                      </a:lnTo>
                      <a:lnTo>
                        <a:pt x="654" y="24"/>
                      </a:lnTo>
                      <a:lnTo>
                        <a:pt x="648" y="28"/>
                      </a:lnTo>
                      <a:lnTo>
                        <a:pt x="630" y="42"/>
                      </a:lnTo>
                      <a:lnTo>
                        <a:pt x="606" y="66"/>
                      </a:lnTo>
                      <a:lnTo>
                        <a:pt x="594" y="82"/>
                      </a:lnTo>
                      <a:lnTo>
                        <a:pt x="580" y="102"/>
                      </a:lnTo>
                      <a:lnTo>
                        <a:pt x="580" y="102"/>
                      </a:lnTo>
                      <a:lnTo>
                        <a:pt x="568" y="122"/>
                      </a:lnTo>
                      <a:lnTo>
                        <a:pt x="558" y="142"/>
                      </a:lnTo>
                      <a:lnTo>
                        <a:pt x="548" y="164"/>
                      </a:lnTo>
                      <a:lnTo>
                        <a:pt x="540" y="186"/>
                      </a:lnTo>
                      <a:lnTo>
                        <a:pt x="532" y="208"/>
                      </a:lnTo>
                      <a:lnTo>
                        <a:pt x="526" y="232"/>
                      </a:lnTo>
                      <a:lnTo>
                        <a:pt x="518" y="282"/>
                      </a:lnTo>
                      <a:lnTo>
                        <a:pt x="518" y="282"/>
                      </a:lnTo>
                      <a:lnTo>
                        <a:pt x="514" y="324"/>
                      </a:lnTo>
                      <a:lnTo>
                        <a:pt x="514" y="366"/>
                      </a:lnTo>
                      <a:lnTo>
                        <a:pt x="514" y="402"/>
                      </a:lnTo>
                      <a:lnTo>
                        <a:pt x="516" y="430"/>
                      </a:lnTo>
                      <a:lnTo>
                        <a:pt x="516" y="430"/>
                      </a:lnTo>
                      <a:lnTo>
                        <a:pt x="514" y="430"/>
                      </a:lnTo>
                      <a:lnTo>
                        <a:pt x="514" y="430"/>
                      </a:lnTo>
                      <a:lnTo>
                        <a:pt x="502" y="424"/>
                      </a:lnTo>
                      <a:lnTo>
                        <a:pt x="502" y="424"/>
                      </a:lnTo>
                      <a:lnTo>
                        <a:pt x="504" y="420"/>
                      </a:lnTo>
                      <a:lnTo>
                        <a:pt x="502" y="416"/>
                      </a:lnTo>
                      <a:lnTo>
                        <a:pt x="502" y="416"/>
                      </a:lnTo>
                      <a:lnTo>
                        <a:pt x="500" y="414"/>
                      </a:lnTo>
                      <a:lnTo>
                        <a:pt x="496" y="412"/>
                      </a:lnTo>
                      <a:lnTo>
                        <a:pt x="492" y="412"/>
                      </a:lnTo>
                      <a:lnTo>
                        <a:pt x="488" y="414"/>
                      </a:lnTo>
                      <a:lnTo>
                        <a:pt x="488" y="414"/>
                      </a:lnTo>
                      <a:lnTo>
                        <a:pt x="488" y="414"/>
                      </a:lnTo>
                      <a:lnTo>
                        <a:pt x="488" y="412"/>
                      </a:lnTo>
                      <a:lnTo>
                        <a:pt x="486" y="412"/>
                      </a:lnTo>
                      <a:lnTo>
                        <a:pt x="484" y="414"/>
                      </a:lnTo>
                      <a:lnTo>
                        <a:pt x="484" y="414"/>
                      </a:lnTo>
                      <a:lnTo>
                        <a:pt x="480" y="414"/>
                      </a:lnTo>
                      <a:lnTo>
                        <a:pt x="480" y="414"/>
                      </a:lnTo>
                      <a:lnTo>
                        <a:pt x="478" y="414"/>
                      </a:lnTo>
                      <a:lnTo>
                        <a:pt x="478" y="416"/>
                      </a:lnTo>
                      <a:lnTo>
                        <a:pt x="476" y="416"/>
                      </a:lnTo>
                      <a:lnTo>
                        <a:pt x="476" y="418"/>
                      </a:lnTo>
                      <a:lnTo>
                        <a:pt x="474" y="420"/>
                      </a:lnTo>
                      <a:lnTo>
                        <a:pt x="472" y="420"/>
                      </a:lnTo>
                      <a:lnTo>
                        <a:pt x="476" y="422"/>
                      </a:lnTo>
                      <a:lnTo>
                        <a:pt x="476" y="422"/>
                      </a:lnTo>
                      <a:lnTo>
                        <a:pt x="476" y="422"/>
                      </a:lnTo>
                      <a:lnTo>
                        <a:pt x="472" y="424"/>
                      </a:lnTo>
                      <a:lnTo>
                        <a:pt x="472" y="424"/>
                      </a:lnTo>
                      <a:lnTo>
                        <a:pt x="470" y="426"/>
                      </a:lnTo>
                      <a:lnTo>
                        <a:pt x="468" y="430"/>
                      </a:lnTo>
                      <a:lnTo>
                        <a:pt x="468" y="432"/>
                      </a:lnTo>
                      <a:lnTo>
                        <a:pt x="470" y="436"/>
                      </a:lnTo>
                      <a:lnTo>
                        <a:pt x="470" y="436"/>
                      </a:lnTo>
                      <a:lnTo>
                        <a:pt x="474" y="440"/>
                      </a:lnTo>
                      <a:lnTo>
                        <a:pt x="474" y="440"/>
                      </a:lnTo>
                      <a:lnTo>
                        <a:pt x="474" y="448"/>
                      </a:lnTo>
                      <a:lnTo>
                        <a:pt x="474" y="454"/>
                      </a:lnTo>
                      <a:lnTo>
                        <a:pt x="474" y="454"/>
                      </a:lnTo>
                      <a:lnTo>
                        <a:pt x="472" y="456"/>
                      </a:lnTo>
                      <a:lnTo>
                        <a:pt x="472" y="456"/>
                      </a:lnTo>
                      <a:lnTo>
                        <a:pt x="448" y="442"/>
                      </a:lnTo>
                      <a:lnTo>
                        <a:pt x="416" y="424"/>
                      </a:lnTo>
                      <a:lnTo>
                        <a:pt x="380" y="406"/>
                      </a:lnTo>
                      <a:lnTo>
                        <a:pt x="340" y="390"/>
                      </a:lnTo>
                      <a:lnTo>
                        <a:pt x="340" y="390"/>
                      </a:lnTo>
                      <a:lnTo>
                        <a:pt x="292" y="374"/>
                      </a:lnTo>
                      <a:lnTo>
                        <a:pt x="268" y="368"/>
                      </a:lnTo>
                      <a:lnTo>
                        <a:pt x="244" y="364"/>
                      </a:lnTo>
                      <a:lnTo>
                        <a:pt x="222" y="362"/>
                      </a:lnTo>
                      <a:lnTo>
                        <a:pt x="198" y="360"/>
                      </a:lnTo>
                      <a:lnTo>
                        <a:pt x="176" y="360"/>
                      </a:lnTo>
                      <a:lnTo>
                        <a:pt x="152" y="362"/>
                      </a:lnTo>
                      <a:lnTo>
                        <a:pt x="152" y="362"/>
                      </a:lnTo>
                      <a:lnTo>
                        <a:pt x="130" y="366"/>
                      </a:lnTo>
                      <a:lnTo>
                        <a:pt x="108" y="370"/>
                      </a:lnTo>
                      <a:lnTo>
                        <a:pt x="76" y="380"/>
                      </a:lnTo>
                      <a:lnTo>
                        <a:pt x="56" y="388"/>
                      </a:lnTo>
                      <a:lnTo>
                        <a:pt x="48" y="392"/>
                      </a:lnTo>
                      <a:lnTo>
                        <a:pt x="24" y="408"/>
                      </a:lnTo>
                      <a:lnTo>
                        <a:pt x="4" y="426"/>
                      </a:lnTo>
                      <a:lnTo>
                        <a:pt x="0" y="436"/>
                      </a:lnTo>
                      <a:lnTo>
                        <a:pt x="0" y="466"/>
                      </a:lnTo>
                      <a:lnTo>
                        <a:pt x="4" y="476"/>
                      </a:lnTo>
                      <a:lnTo>
                        <a:pt x="18" y="488"/>
                      </a:lnTo>
                      <a:lnTo>
                        <a:pt x="36" y="500"/>
                      </a:lnTo>
                      <a:lnTo>
                        <a:pt x="36" y="500"/>
                      </a:lnTo>
                      <a:lnTo>
                        <a:pt x="44" y="504"/>
                      </a:lnTo>
                      <a:lnTo>
                        <a:pt x="50" y="506"/>
                      </a:lnTo>
                      <a:lnTo>
                        <a:pt x="56" y="506"/>
                      </a:lnTo>
                      <a:lnTo>
                        <a:pt x="56" y="506"/>
                      </a:lnTo>
                      <a:lnTo>
                        <a:pt x="60" y="508"/>
                      </a:lnTo>
                      <a:lnTo>
                        <a:pt x="64" y="510"/>
                      </a:lnTo>
                      <a:lnTo>
                        <a:pt x="70" y="514"/>
                      </a:lnTo>
                      <a:lnTo>
                        <a:pt x="70" y="514"/>
                      </a:lnTo>
                      <a:lnTo>
                        <a:pt x="76" y="518"/>
                      </a:lnTo>
                      <a:lnTo>
                        <a:pt x="82" y="520"/>
                      </a:lnTo>
                      <a:lnTo>
                        <a:pt x="90" y="520"/>
                      </a:lnTo>
                      <a:lnTo>
                        <a:pt x="90" y="520"/>
                      </a:lnTo>
                      <a:lnTo>
                        <a:pt x="96" y="522"/>
                      </a:lnTo>
                      <a:lnTo>
                        <a:pt x="104" y="524"/>
                      </a:lnTo>
                      <a:lnTo>
                        <a:pt x="112" y="528"/>
                      </a:lnTo>
                      <a:lnTo>
                        <a:pt x="116" y="530"/>
                      </a:lnTo>
                      <a:lnTo>
                        <a:pt x="116" y="530"/>
                      </a:lnTo>
                      <a:lnTo>
                        <a:pt x="120" y="534"/>
                      </a:lnTo>
                      <a:lnTo>
                        <a:pt x="126" y="536"/>
                      </a:lnTo>
                      <a:lnTo>
                        <a:pt x="136" y="540"/>
                      </a:lnTo>
                      <a:lnTo>
                        <a:pt x="136" y="540"/>
                      </a:lnTo>
                      <a:lnTo>
                        <a:pt x="144" y="548"/>
                      </a:lnTo>
                      <a:lnTo>
                        <a:pt x="148" y="554"/>
                      </a:lnTo>
                      <a:lnTo>
                        <a:pt x="150" y="558"/>
                      </a:lnTo>
                      <a:lnTo>
                        <a:pt x="150" y="558"/>
                      </a:lnTo>
                      <a:lnTo>
                        <a:pt x="152" y="562"/>
                      </a:lnTo>
                      <a:lnTo>
                        <a:pt x="156" y="564"/>
                      </a:lnTo>
                      <a:lnTo>
                        <a:pt x="162" y="564"/>
                      </a:lnTo>
                      <a:lnTo>
                        <a:pt x="162" y="564"/>
                      </a:lnTo>
                      <a:lnTo>
                        <a:pt x="168" y="568"/>
                      </a:lnTo>
                      <a:lnTo>
                        <a:pt x="172" y="572"/>
                      </a:lnTo>
                      <a:lnTo>
                        <a:pt x="174" y="578"/>
                      </a:lnTo>
                      <a:lnTo>
                        <a:pt x="174" y="578"/>
                      </a:lnTo>
                      <a:lnTo>
                        <a:pt x="176" y="580"/>
                      </a:lnTo>
                      <a:lnTo>
                        <a:pt x="178" y="584"/>
                      </a:lnTo>
                      <a:lnTo>
                        <a:pt x="184" y="590"/>
                      </a:lnTo>
                      <a:lnTo>
                        <a:pt x="192" y="594"/>
                      </a:lnTo>
                      <a:lnTo>
                        <a:pt x="196" y="596"/>
                      </a:lnTo>
                      <a:lnTo>
                        <a:pt x="196" y="596"/>
                      </a:lnTo>
                      <a:lnTo>
                        <a:pt x="200" y="598"/>
                      </a:lnTo>
                      <a:lnTo>
                        <a:pt x="204" y="602"/>
                      </a:lnTo>
                      <a:lnTo>
                        <a:pt x="210" y="608"/>
                      </a:lnTo>
                      <a:lnTo>
                        <a:pt x="210" y="608"/>
                      </a:lnTo>
                      <a:lnTo>
                        <a:pt x="214" y="610"/>
                      </a:lnTo>
                      <a:lnTo>
                        <a:pt x="222" y="614"/>
                      </a:lnTo>
                      <a:lnTo>
                        <a:pt x="232" y="620"/>
                      </a:lnTo>
                      <a:lnTo>
                        <a:pt x="232" y="620"/>
                      </a:lnTo>
                      <a:lnTo>
                        <a:pt x="248" y="626"/>
                      </a:lnTo>
                      <a:lnTo>
                        <a:pt x="258" y="632"/>
                      </a:lnTo>
                      <a:lnTo>
                        <a:pt x="258" y="632"/>
                      </a:lnTo>
                      <a:lnTo>
                        <a:pt x="264" y="632"/>
                      </a:lnTo>
                      <a:lnTo>
                        <a:pt x="272" y="632"/>
                      </a:lnTo>
                      <a:lnTo>
                        <a:pt x="282" y="630"/>
                      </a:lnTo>
                      <a:lnTo>
                        <a:pt x="302" y="622"/>
                      </a:lnTo>
                      <a:lnTo>
                        <a:pt x="320" y="610"/>
                      </a:lnTo>
                      <a:lnTo>
                        <a:pt x="338" y="600"/>
                      </a:lnTo>
                      <a:lnTo>
                        <a:pt x="364" y="586"/>
                      </a:lnTo>
                      <a:lnTo>
                        <a:pt x="380" y="580"/>
                      </a:lnTo>
                      <a:lnTo>
                        <a:pt x="382" y="578"/>
                      </a:lnTo>
                      <a:lnTo>
                        <a:pt x="382" y="578"/>
                      </a:lnTo>
                      <a:lnTo>
                        <a:pt x="368" y="604"/>
                      </a:lnTo>
                      <a:lnTo>
                        <a:pt x="358" y="628"/>
                      </a:lnTo>
                      <a:lnTo>
                        <a:pt x="358" y="628"/>
                      </a:lnTo>
                      <a:lnTo>
                        <a:pt x="344" y="670"/>
                      </a:lnTo>
                      <a:lnTo>
                        <a:pt x="342" y="682"/>
                      </a:lnTo>
                      <a:lnTo>
                        <a:pt x="342" y="688"/>
                      </a:lnTo>
                      <a:lnTo>
                        <a:pt x="342" y="692"/>
                      </a:lnTo>
                      <a:lnTo>
                        <a:pt x="344" y="692"/>
                      </a:lnTo>
                      <a:lnTo>
                        <a:pt x="346" y="692"/>
                      </a:lnTo>
                      <a:lnTo>
                        <a:pt x="358" y="702"/>
                      </a:lnTo>
                      <a:lnTo>
                        <a:pt x="358" y="702"/>
                      </a:lnTo>
                      <a:lnTo>
                        <a:pt x="366" y="708"/>
                      </a:lnTo>
                      <a:lnTo>
                        <a:pt x="384" y="724"/>
                      </a:lnTo>
                      <a:lnTo>
                        <a:pt x="396" y="730"/>
                      </a:lnTo>
                      <a:lnTo>
                        <a:pt x="410" y="738"/>
                      </a:lnTo>
                      <a:lnTo>
                        <a:pt x="420" y="740"/>
                      </a:lnTo>
                      <a:lnTo>
                        <a:pt x="432" y="742"/>
                      </a:lnTo>
                      <a:lnTo>
                        <a:pt x="432" y="742"/>
                      </a:lnTo>
                      <a:lnTo>
                        <a:pt x="440" y="740"/>
                      </a:lnTo>
                      <a:lnTo>
                        <a:pt x="446" y="742"/>
                      </a:lnTo>
                      <a:lnTo>
                        <a:pt x="452" y="744"/>
                      </a:lnTo>
                      <a:lnTo>
                        <a:pt x="456" y="746"/>
                      </a:lnTo>
                      <a:lnTo>
                        <a:pt x="460" y="752"/>
                      </a:lnTo>
                      <a:lnTo>
                        <a:pt x="462" y="754"/>
                      </a:lnTo>
                      <a:lnTo>
                        <a:pt x="462" y="754"/>
                      </a:lnTo>
                      <a:lnTo>
                        <a:pt x="472" y="762"/>
                      </a:lnTo>
                      <a:lnTo>
                        <a:pt x="484" y="766"/>
                      </a:lnTo>
                      <a:lnTo>
                        <a:pt x="488" y="766"/>
                      </a:lnTo>
                      <a:lnTo>
                        <a:pt x="494" y="764"/>
                      </a:lnTo>
                      <a:lnTo>
                        <a:pt x="494" y="764"/>
                      </a:lnTo>
                      <a:lnTo>
                        <a:pt x="500" y="764"/>
                      </a:lnTo>
                      <a:lnTo>
                        <a:pt x="506" y="768"/>
                      </a:lnTo>
                      <a:lnTo>
                        <a:pt x="588" y="768"/>
                      </a:lnTo>
                      <a:lnTo>
                        <a:pt x="588" y="768"/>
                      </a:lnTo>
                      <a:lnTo>
                        <a:pt x="586" y="750"/>
                      </a:lnTo>
                      <a:lnTo>
                        <a:pt x="584" y="736"/>
                      </a:lnTo>
                      <a:lnTo>
                        <a:pt x="584" y="736"/>
                      </a:lnTo>
                      <a:lnTo>
                        <a:pt x="552" y="654"/>
                      </a:lnTo>
                      <a:lnTo>
                        <a:pt x="534" y="602"/>
                      </a:lnTo>
                      <a:lnTo>
                        <a:pt x="530" y="586"/>
                      </a:lnTo>
                      <a:lnTo>
                        <a:pt x="530" y="580"/>
                      </a:lnTo>
                      <a:lnTo>
                        <a:pt x="530" y="578"/>
                      </a:lnTo>
                      <a:lnTo>
                        <a:pt x="530" y="578"/>
                      </a:lnTo>
                      <a:lnTo>
                        <a:pt x="534" y="574"/>
                      </a:lnTo>
                      <a:lnTo>
                        <a:pt x="536" y="566"/>
                      </a:lnTo>
                      <a:lnTo>
                        <a:pt x="538" y="548"/>
                      </a:lnTo>
                      <a:lnTo>
                        <a:pt x="548" y="572"/>
                      </a:lnTo>
                      <a:lnTo>
                        <a:pt x="554" y="580"/>
                      </a:lnTo>
                      <a:lnTo>
                        <a:pt x="558" y="594"/>
                      </a:lnTo>
                      <a:lnTo>
                        <a:pt x="568" y="610"/>
                      </a:lnTo>
                      <a:lnTo>
                        <a:pt x="570" y="614"/>
                      </a:lnTo>
                      <a:lnTo>
                        <a:pt x="584" y="638"/>
                      </a:lnTo>
                      <a:lnTo>
                        <a:pt x="590" y="638"/>
                      </a:lnTo>
                      <a:lnTo>
                        <a:pt x="592" y="642"/>
                      </a:lnTo>
                      <a:lnTo>
                        <a:pt x="590" y="648"/>
                      </a:lnTo>
                      <a:lnTo>
                        <a:pt x="598" y="658"/>
                      </a:lnTo>
                      <a:lnTo>
                        <a:pt x="608" y="676"/>
                      </a:lnTo>
                      <a:lnTo>
                        <a:pt x="626" y="688"/>
                      </a:lnTo>
                      <a:lnTo>
                        <a:pt x="642" y="690"/>
                      </a:lnTo>
                      <a:lnTo>
                        <a:pt x="638" y="678"/>
                      </a:lnTo>
                      <a:lnTo>
                        <a:pt x="646" y="688"/>
                      </a:lnTo>
                      <a:lnTo>
                        <a:pt x="650" y="672"/>
                      </a:lnTo>
                      <a:lnTo>
                        <a:pt x="648" y="652"/>
                      </a:lnTo>
                      <a:lnTo>
                        <a:pt x="638" y="634"/>
                      </a:lnTo>
                      <a:lnTo>
                        <a:pt x="632" y="622"/>
                      </a:lnTo>
                      <a:lnTo>
                        <a:pt x="626" y="620"/>
                      </a:lnTo>
                      <a:lnTo>
                        <a:pt x="624" y="616"/>
                      </a:lnTo>
                      <a:lnTo>
                        <a:pt x="626" y="612"/>
                      </a:lnTo>
                      <a:lnTo>
                        <a:pt x="612" y="590"/>
                      </a:lnTo>
                      <a:lnTo>
                        <a:pt x="608" y="584"/>
                      </a:lnTo>
                      <a:lnTo>
                        <a:pt x="598" y="568"/>
                      </a:lnTo>
                      <a:lnTo>
                        <a:pt x="588" y="560"/>
                      </a:lnTo>
                      <a:lnTo>
                        <a:pt x="584" y="550"/>
                      </a:lnTo>
                      <a:lnTo>
                        <a:pt x="568" y="530"/>
                      </a:lnTo>
                      <a:lnTo>
                        <a:pt x="568" y="530"/>
                      </a:lnTo>
                      <a:lnTo>
                        <a:pt x="586" y="536"/>
                      </a:lnTo>
                      <a:lnTo>
                        <a:pt x="592" y="538"/>
                      </a:lnTo>
                      <a:lnTo>
                        <a:pt x="598" y="536"/>
                      </a:lnTo>
                      <a:lnTo>
                        <a:pt x="598" y="536"/>
                      </a:lnTo>
                      <a:lnTo>
                        <a:pt x="600" y="538"/>
                      </a:lnTo>
                      <a:lnTo>
                        <a:pt x="604" y="540"/>
                      </a:lnTo>
                      <a:lnTo>
                        <a:pt x="618" y="552"/>
                      </a:lnTo>
                      <a:lnTo>
                        <a:pt x="654" y="590"/>
                      </a:lnTo>
                      <a:lnTo>
                        <a:pt x="714" y="658"/>
                      </a:lnTo>
                      <a:lnTo>
                        <a:pt x="714" y="658"/>
                      </a:lnTo>
                      <a:lnTo>
                        <a:pt x="724" y="666"/>
                      </a:lnTo>
                      <a:lnTo>
                        <a:pt x="740" y="676"/>
                      </a:lnTo>
                      <a:lnTo>
                        <a:pt x="770" y="692"/>
                      </a:lnTo>
                      <a:lnTo>
                        <a:pt x="770" y="692"/>
                      </a:lnTo>
                      <a:lnTo>
                        <a:pt x="792" y="698"/>
                      </a:lnTo>
                      <a:lnTo>
                        <a:pt x="804" y="702"/>
                      </a:lnTo>
                      <a:lnTo>
                        <a:pt x="804" y="702"/>
                      </a:lnTo>
                      <a:lnTo>
                        <a:pt x="814" y="706"/>
                      </a:lnTo>
                      <a:lnTo>
                        <a:pt x="822" y="708"/>
                      </a:lnTo>
                      <a:lnTo>
                        <a:pt x="830" y="708"/>
                      </a:lnTo>
                      <a:lnTo>
                        <a:pt x="830" y="708"/>
                      </a:lnTo>
                      <a:lnTo>
                        <a:pt x="836" y="708"/>
                      </a:lnTo>
                      <a:lnTo>
                        <a:pt x="842" y="708"/>
                      </a:lnTo>
                      <a:lnTo>
                        <a:pt x="848" y="710"/>
                      </a:lnTo>
                      <a:lnTo>
                        <a:pt x="852" y="722"/>
                      </a:lnTo>
                      <a:lnTo>
                        <a:pt x="904" y="736"/>
                      </a:lnTo>
                      <a:lnTo>
                        <a:pt x="904" y="736"/>
                      </a:lnTo>
                      <a:lnTo>
                        <a:pt x="910" y="736"/>
                      </a:lnTo>
                      <a:lnTo>
                        <a:pt x="914" y="734"/>
                      </a:lnTo>
                      <a:lnTo>
                        <a:pt x="916" y="732"/>
                      </a:lnTo>
                      <a:lnTo>
                        <a:pt x="916" y="730"/>
                      </a:lnTo>
                      <a:lnTo>
                        <a:pt x="916" y="730"/>
                      </a:lnTo>
                      <a:lnTo>
                        <a:pt x="914" y="722"/>
                      </a:lnTo>
                      <a:lnTo>
                        <a:pt x="910" y="716"/>
                      </a:lnTo>
                      <a:lnTo>
                        <a:pt x="898" y="700"/>
                      </a:lnTo>
                      <a:lnTo>
                        <a:pt x="898" y="700"/>
                      </a:lnTo>
                      <a:lnTo>
                        <a:pt x="892" y="694"/>
                      </a:lnTo>
                      <a:lnTo>
                        <a:pt x="884" y="690"/>
                      </a:lnTo>
                      <a:lnTo>
                        <a:pt x="878" y="688"/>
                      </a:lnTo>
                      <a:lnTo>
                        <a:pt x="878" y="688"/>
                      </a:lnTo>
                      <a:close/>
                      <a:moveTo>
                        <a:pt x="478" y="422"/>
                      </a:moveTo>
                      <a:lnTo>
                        <a:pt x="478" y="422"/>
                      </a:lnTo>
                      <a:lnTo>
                        <a:pt x="478" y="422"/>
                      </a:lnTo>
                      <a:lnTo>
                        <a:pt x="478" y="420"/>
                      </a:lnTo>
                      <a:lnTo>
                        <a:pt x="478" y="42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8" name="Group 715"/>
            <p:cNvGrpSpPr/>
            <p:nvPr/>
          </p:nvGrpSpPr>
          <p:grpSpPr>
            <a:xfrm>
              <a:off x="2" y="-16"/>
              <a:ext cx="9252335" cy="6787414"/>
              <a:chOff x="2" y="-16"/>
              <a:chExt cx="9252335" cy="6787414"/>
            </a:xfrm>
          </p:grpSpPr>
          <p:grpSp>
            <p:nvGrpSpPr>
              <p:cNvPr id="139" name="Group 129"/>
              <p:cNvGrpSpPr>
                <a:grpSpLocks noChangeAspect="1"/>
              </p:cNvGrpSpPr>
              <p:nvPr/>
            </p:nvGrpSpPr>
            <p:grpSpPr>
              <a:xfrm rot="20119239">
                <a:off x="7445117" y="3056828"/>
                <a:ext cx="1807220" cy="3062371"/>
                <a:chOff x="2048564" y="457200"/>
                <a:chExt cx="6368361" cy="10791417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75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21000"/>
                  </a:schemeClr>
                </a:solidFill>
                <a:ln w="9525">
                  <a:noFill/>
                  <a:round/>
                  <a:headEnd/>
                  <a:tailEnd/>
                </a:ln>
                <a:effectLst>
                  <a:glow rad="50800">
                    <a:schemeClr val="bg2">
                      <a:lumMod val="60000"/>
                      <a:lumOff val="40000"/>
                      <a:alpha val="33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89"/>
                <p:cNvSpPr>
                  <a:spLocks noEditPoints="1"/>
                </p:cNvSpPr>
                <p:nvPr/>
              </p:nvSpPr>
              <p:spPr bwMode="auto">
                <a:xfrm rot="2303669">
                  <a:off x="2048564" y="7997672"/>
                  <a:ext cx="3812097" cy="325094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" name="Group 134"/>
              <p:cNvGrpSpPr>
                <a:grpSpLocks noChangeAspect="1"/>
              </p:cNvGrpSpPr>
              <p:nvPr/>
            </p:nvGrpSpPr>
            <p:grpSpPr>
              <a:xfrm rot="1992353">
                <a:off x="7040279" y="5528388"/>
                <a:ext cx="986817" cy="1259010"/>
                <a:chOff x="1025626" y="1216025"/>
                <a:chExt cx="3317877" cy="4233024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72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2"/>
                <p:cNvSpPr>
                  <a:spLocks noEditPoints="1"/>
                </p:cNvSpPr>
                <p:nvPr/>
              </p:nvSpPr>
              <p:spPr bwMode="auto">
                <a:xfrm rot="20200629">
                  <a:off x="1025626" y="2728077"/>
                  <a:ext cx="3317877" cy="2720972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  <a:alpha val="10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tx2">
                      <a:lumMod val="60000"/>
                      <a:lumOff val="40000"/>
                      <a:alpha val="28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1" name="Group 154"/>
              <p:cNvGrpSpPr>
                <a:grpSpLocks noChangeAspect="1"/>
              </p:cNvGrpSpPr>
              <p:nvPr/>
            </p:nvGrpSpPr>
            <p:grpSpPr>
              <a:xfrm rot="2047758">
                <a:off x="6509445" y="1366517"/>
                <a:ext cx="1457110" cy="1131216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67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Freeform 75"/>
                <p:cNvSpPr>
                  <a:spLocks noEditPoints="1"/>
                </p:cNvSpPr>
                <p:nvPr/>
              </p:nvSpPr>
              <p:spPr bwMode="auto">
                <a:xfrm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18000"/>
                  </a:schemeClr>
                </a:solidFill>
                <a:ln w="9525">
                  <a:solidFill>
                    <a:schemeClr val="bg2">
                      <a:lumMod val="60000"/>
                      <a:lumOff val="40000"/>
                      <a:alpha val="1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8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2" name="Group 164"/>
              <p:cNvGrpSpPr>
                <a:grpSpLocks noChangeAspect="1"/>
              </p:cNvGrpSpPr>
              <p:nvPr/>
            </p:nvGrpSpPr>
            <p:grpSpPr>
              <a:xfrm rot="20120039">
                <a:off x="8188924" y="3823923"/>
                <a:ext cx="960037" cy="745321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63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Freeform 75"/>
                <p:cNvSpPr>
                  <a:spLocks noEditPoints="1"/>
                </p:cNvSpPr>
                <p:nvPr/>
              </p:nvSpPr>
              <p:spPr bwMode="auto">
                <a:xfrm rot="813286"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3" name="Group 48"/>
              <p:cNvGrpSpPr>
                <a:grpSpLocks noChangeAspect="1"/>
              </p:cNvGrpSpPr>
              <p:nvPr/>
            </p:nvGrpSpPr>
            <p:grpSpPr>
              <a:xfrm>
                <a:off x="2" y="685789"/>
                <a:ext cx="1312805" cy="1509325"/>
                <a:chOff x="1447800" y="3114675"/>
                <a:chExt cx="1836489" cy="2111412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9" name="Freeform 42"/>
                <p:cNvSpPr>
                  <a:spLocks/>
                </p:cNvSpPr>
                <p:nvPr/>
              </p:nvSpPr>
              <p:spPr bwMode="auto">
                <a:xfrm>
                  <a:off x="1990725" y="4175125"/>
                  <a:ext cx="498475" cy="269875"/>
                </a:xfrm>
                <a:custGeom>
                  <a:avLst/>
                  <a:gdLst>
                    <a:gd name="T0" fmla="*/ 314 w 314"/>
                    <a:gd name="T1" fmla="*/ 170 h 170"/>
                    <a:gd name="T2" fmla="*/ 314 w 314"/>
                    <a:gd name="T3" fmla="*/ 170 h 170"/>
                    <a:gd name="T4" fmla="*/ 314 w 314"/>
                    <a:gd name="T5" fmla="*/ 168 h 170"/>
                    <a:gd name="T6" fmla="*/ 314 w 314"/>
                    <a:gd name="T7" fmla="*/ 166 h 170"/>
                    <a:gd name="T8" fmla="*/ 314 w 314"/>
                    <a:gd name="T9" fmla="*/ 166 h 170"/>
                    <a:gd name="T10" fmla="*/ 300 w 314"/>
                    <a:gd name="T11" fmla="*/ 158 h 170"/>
                    <a:gd name="T12" fmla="*/ 58 w 314"/>
                    <a:gd name="T13" fmla="*/ 22 h 170"/>
                    <a:gd name="T14" fmla="*/ 58 w 314"/>
                    <a:gd name="T15" fmla="*/ 22 h 170"/>
                    <a:gd name="T16" fmla="*/ 34 w 314"/>
                    <a:gd name="T17" fmla="*/ 8 h 170"/>
                    <a:gd name="T18" fmla="*/ 34 w 314"/>
                    <a:gd name="T19" fmla="*/ 8 h 170"/>
                    <a:gd name="T20" fmla="*/ 22 w 314"/>
                    <a:gd name="T21" fmla="*/ 2 h 170"/>
                    <a:gd name="T22" fmla="*/ 8 w 314"/>
                    <a:gd name="T23" fmla="*/ 0 h 170"/>
                    <a:gd name="T24" fmla="*/ 8 w 314"/>
                    <a:gd name="T25" fmla="*/ 0 h 170"/>
                    <a:gd name="T26" fmla="*/ 4 w 314"/>
                    <a:gd name="T27" fmla="*/ 0 h 170"/>
                    <a:gd name="T28" fmla="*/ 2 w 314"/>
                    <a:gd name="T29" fmla="*/ 2 h 170"/>
                    <a:gd name="T30" fmla="*/ 0 w 314"/>
                    <a:gd name="T31" fmla="*/ 4 h 170"/>
                    <a:gd name="T32" fmla="*/ 2 w 314"/>
                    <a:gd name="T33" fmla="*/ 6 h 170"/>
                    <a:gd name="T34" fmla="*/ 2 w 314"/>
                    <a:gd name="T35" fmla="*/ 6 h 170"/>
                    <a:gd name="T36" fmla="*/ 8 w 314"/>
                    <a:gd name="T37" fmla="*/ 12 h 170"/>
                    <a:gd name="T38" fmla="*/ 16 w 314"/>
                    <a:gd name="T39" fmla="*/ 14 h 170"/>
                    <a:gd name="T40" fmla="*/ 16 w 314"/>
                    <a:gd name="T41" fmla="*/ 14 h 170"/>
                    <a:gd name="T42" fmla="*/ 28 w 314"/>
                    <a:gd name="T43" fmla="*/ 18 h 170"/>
                    <a:gd name="T44" fmla="*/ 40 w 314"/>
                    <a:gd name="T45" fmla="*/ 24 h 170"/>
                    <a:gd name="T46" fmla="*/ 298 w 314"/>
                    <a:gd name="T47" fmla="*/ 162 h 170"/>
                    <a:gd name="T48" fmla="*/ 298 w 314"/>
                    <a:gd name="T49" fmla="*/ 162 h 170"/>
                    <a:gd name="T50" fmla="*/ 308 w 314"/>
                    <a:gd name="T51" fmla="*/ 168 h 170"/>
                    <a:gd name="T52" fmla="*/ 314 w 314"/>
                    <a:gd name="T53" fmla="*/ 170 h 170"/>
                    <a:gd name="T54" fmla="*/ 314 w 314"/>
                    <a:gd name="T55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14" h="170">
                      <a:moveTo>
                        <a:pt x="314" y="170"/>
                      </a:moveTo>
                      <a:lnTo>
                        <a:pt x="314" y="170"/>
                      </a:lnTo>
                      <a:lnTo>
                        <a:pt x="314" y="168"/>
                      </a:lnTo>
                      <a:lnTo>
                        <a:pt x="314" y="166"/>
                      </a:lnTo>
                      <a:lnTo>
                        <a:pt x="314" y="166"/>
                      </a:lnTo>
                      <a:lnTo>
                        <a:pt x="300" y="158"/>
                      </a:lnTo>
                      <a:lnTo>
                        <a:pt x="58" y="22"/>
                      </a:lnTo>
                      <a:lnTo>
                        <a:pt x="58" y="22"/>
                      </a:lnTo>
                      <a:lnTo>
                        <a:pt x="34" y="8"/>
                      </a:lnTo>
                      <a:lnTo>
                        <a:pt x="34" y="8"/>
                      </a:lnTo>
                      <a:lnTo>
                        <a:pt x="22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8" y="12"/>
                      </a:lnTo>
                      <a:lnTo>
                        <a:pt x="16" y="14"/>
                      </a:lnTo>
                      <a:lnTo>
                        <a:pt x="16" y="14"/>
                      </a:lnTo>
                      <a:lnTo>
                        <a:pt x="28" y="18"/>
                      </a:lnTo>
                      <a:lnTo>
                        <a:pt x="40" y="24"/>
                      </a:lnTo>
                      <a:lnTo>
                        <a:pt x="298" y="162"/>
                      </a:lnTo>
                      <a:lnTo>
                        <a:pt x="298" y="162"/>
                      </a:lnTo>
                      <a:lnTo>
                        <a:pt x="308" y="168"/>
                      </a:lnTo>
                      <a:lnTo>
                        <a:pt x="314" y="170"/>
                      </a:lnTo>
                      <a:lnTo>
                        <a:pt x="314" y="1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Freeform 43"/>
                <p:cNvSpPr>
                  <a:spLocks/>
                </p:cNvSpPr>
                <p:nvPr/>
              </p:nvSpPr>
              <p:spPr bwMode="auto">
                <a:xfrm>
                  <a:off x="2498725" y="44513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Freeform 44"/>
                <p:cNvSpPr>
                  <a:spLocks/>
                </p:cNvSpPr>
                <p:nvPr/>
              </p:nvSpPr>
              <p:spPr bwMode="auto">
                <a:xfrm>
                  <a:off x="2511425" y="3870325"/>
                  <a:ext cx="60325" cy="561975"/>
                </a:xfrm>
                <a:custGeom>
                  <a:avLst/>
                  <a:gdLst>
                    <a:gd name="T0" fmla="*/ 2 w 38"/>
                    <a:gd name="T1" fmla="*/ 352 h 354"/>
                    <a:gd name="T2" fmla="*/ 2 w 38"/>
                    <a:gd name="T3" fmla="*/ 352 h 354"/>
                    <a:gd name="T4" fmla="*/ 4 w 38"/>
                    <a:gd name="T5" fmla="*/ 346 h 354"/>
                    <a:gd name="T6" fmla="*/ 6 w 38"/>
                    <a:gd name="T7" fmla="*/ 336 h 354"/>
                    <a:gd name="T8" fmla="*/ 32 w 38"/>
                    <a:gd name="T9" fmla="*/ 44 h 354"/>
                    <a:gd name="T10" fmla="*/ 32 w 38"/>
                    <a:gd name="T11" fmla="*/ 44 h 354"/>
                    <a:gd name="T12" fmla="*/ 34 w 38"/>
                    <a:gd name="T13" fmla="*/ 30 h 354"/>
                    <a:gd name="T14" fmla="*/ 36 w 38"/>
                    <a:gd name="T15" fmla="*/ 20 h 354"/>
                    <a:gd name="T16" fmla="*/ 36 w 38"/>
                    <a:gd name="T17" fmla="*/ 20 h 354"/>
                    <a:gd name="T18" fmla="*/ 38 w 38"/>
                    <a:gd name="T19" fmla="*/ 10 h 354"/>
                    <a:gd name="T20" fmla="*/ 38 w 38"/>
                    <a:gd name="T21" fmla="*/ 2 h 354"/>
                    <a:gd name="T22" fmla="*/ 38 w 38"/>
                    <a:gd name="T23" fmla="*/ 2 h 354"/>
                    <a:gd name="T24" fmla="*/ 36 w 38"/>
                    <a:gd name="T25" fmla="*/ 0 h 354"/>
                    <a:gd name="T26" fmla="*/ 34 w 38"/>
                    <a:gd name="T27" fmla="*/ 0 h 354"/>
                    <a:gd name="T28" fmla="*/ 32 w 38"/>
                    <a:gd name="T29" fmla="*/ 0 h 354"/>
                    <a:gd name="T30" fmla="*/ 28 w 38"/>
                    <a:gd name="T31" fmla="*/ 4 h 354"/>
                    <a:gd name="T32" fmla="*/ 28 w 38"/>
                    <a:gd name="T33" fmla="*/ 4 h 354"/>
                    <a:gd name="T34" fmla="*/ 24 w 38"/>
                    <a:gd name="T35" fmla="*/ 16 h 354"/>
                    <a:gd name="T36" fmla="*/ 22 w 38"/>
                    <a:gd name="T37" fmla="*/ 30 h 354"/>
                    <a:gd name="T38" fmla="*/ 22 w 38"/>
                    <a:gd name="T39" fmla="*/ 30 h 354"/>
                    <a:gd name="T40" fmla="*/ 20 w 38"/>
                    <a:gd name="T41" fmla="*/ 58 h 354"/>
                    <a:gd name="T42" fmla="*/ 0 w 38"/>
                    <a:gd name="T43" fmla="*/ 334 h 354"/>
                    <a:gd name="T44" fmla="*/ 0 w 38"/>
                    <a:gd name="T45" fmla="*/ 334 h 354"/>
                    <a:gd name="T46" fmla="*/ 0 w 38"/>
                    <a:gd name="T47" fmla="*/ 352 h 354"/>
                    <a:gd name="T48" fmla="*/ 0 w 38"/>
                    <a:gd name="T49" fmla="*/ 352 h 354"/>
                    <a:gd name="T50" fmla="*/ 0 w 38"/>
                    <a:gd name="T51" fmla="*/ 354 h 354"/>
                    <a:gd name="T52" fmla="*/ 0 w 38"/>
                    <a:gd name="T53" fmla="*/ 354 h 354"/>
                    <a:gd name="T54" fmla="*/ 2 w 38"/>
                    <a:gd name="T55" fmla="*/ 352 h 354"/>
                    <a:gd name="T56" fmla="*/ 2 w 38"/>
                    <a:gd name="T57" fmla="*/ 352 h 3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8" h="354">
                      <a:moveTo>
                        <a:pt x="2" y="352"/>
                      </a:moveTo>
                      <a:lnTo>
                        <a:pt x="2" y="352"/>
                      </a:lnTo>
                      <a:lnTo>
                        <a:pt x="4" y="346"/>
                      </a:lnTo>
                      <a:lnTo>
                        <a:pt x="6" y="336"/>
                      </a:lnTo>
                      <a:lnTo>
                        <a:pt x="32" y="44"/>
                      </a:lnTo>
                      <a:lnTo>
                        <a:pt x="32" y="44"/>
                      </a:lnTo>
                      <a:lnTo>
                        <a:pt x="34" y="30"/>
                      </a:lnTo>
                      <a:lnTo>
                        <a:pt x="36" y="20"/>
                      </a:lnTo>
                      <a:lnTo>
                        <a:pt x="36" y="20"/>
                      </a:lnTo>
                      <a:lnTo>
                        <a:pt x="38" y="10"/>
                      </a:lnTo>
                      <a:lnTo>
                        <a:pt x="38" y="2"/>
                      </a:lnTo>
                      <a:lnTo>
                        <a:pt x="38" y="2"/>
                      </a:lnTo>
                      <a:lnTo>
                        <a:pt x="36" y="0"/>
                      </a:lnTo>
                      <a:lnTo>
                        <a:pt x="34" y="0"/>
                      </a:lnTo>
                      <a:lnTo>
                        <a:pt x="32" y="0"/>
                      </a:lnTo>
                      <a:lnTo>
                        <a:pt x="28" y="4"/>
                      </a:lnTo>
                      <a:lnTo>
                        <a:pt x="28" y="4"/>
                      </a:lnTo>
                      <a:lnTo>
                        <a:pt x="24" y="16"/>
                      </a:lnTo>
                      <a:lnTo>
                        <a:pt x="22" y="30"/>
                      </a:lnTo>
                      <a:lnTo>
                        <a:pt x="22" y="30"/>
                      </a:lnTo>
                      <a:lnTo>
                        <a:pt x="20" y="58"/>
                      </a:lnTo>
                      <a:lnTo>
                        <a:pt x="0" y="334"/>
                      </a:lnTo>
                      <a:lnTo>
                        <a:pt x="0" y="334"/>
                      </a:lnTo>
                      <a:lnTo>
                        <a:pt x="0" y="352"/>
                      </a:lnTo>
                      <a:lnTo>
                        <a:pt x="0" y="352"/>
                      </a:lnTo>
                      <a:lnTo>
                        <a:pt x="0" y="354"/>
                      </a:lnTo>
                      <a:lnTo>
                        <a:pt x="0" y="354"/>
                      </a:lnTo>
                      <a:lnTo>
                        <a:pt x="2" y="352"/>
                      </a:lnTo>
                      <a:lnTo>
                        <a:pt x="2" y="3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Freeform 45"/>
                <p:cNvSpPr>
                  <a:spLocks noEditPoints="1"/>
                </p:cNvSpPr>
                <p:nvPr/>
              </p:nvSpPr>
              <p:spPr bwMode="auto">
                <a:xfrm>
                  <a:off x="1447800" y="3114675"/>
                  <a:ext cx="1836489" cy="2111412"/>
                </a:xfrm>
                <a:custGeom>
                  <a:avLst/>
                  <a:gdLst>
                    <a:gd name="T0" fmla="*/ 1324 w 1336"/>
                    <a:gd name="T1" fmla="*/ 968 h 1536"/>
                    <a:gd name="T2" fmla="*/ 1306 w 1336"/>
                    <a:gd name="T3" fmla="*/ 886 h 1536"/>
                    <a:gd name="T4" fmla="*/ 1268 w 1336"/>
                    <a:gd name="T5" fmla="*/ 846 h 1536"/>
                    <a:gd name="T6" fmla="*/ 1108 w 1336"/>
                    <a:gd name="T7" fmla="*/ 788 h 1536"/>
                    <a:gd name="T8" fmla="*/ 1220 w 1336"/>
                    <a:gd name="T9" fmla="*/ 664 h 1536"/>
                    <a:gd name="T10" fmla="*/ 1246 w 1336"/>
                    <a:gd name="T11" fmla="*/ 442 h 1536"/>
                    <a:gd name="T12" fmla="*/ 1102 w 1336"/>
                    <a:gd name="T13" fmla="*/ 20 h 1536"/>
                    <a:gd name="T14" fmla="*/ 1084 w 1336"/>
                    <a:gd name="T15" fmla="*/ 0 h 1536"/>
                    <a:gd name="T16" fmla="*/ 1000 w 1336"/>
                    <a:gd name="T17" fmla="*/ 18 h 1536"/>
                    <a:gd name="T18" fmla="*/ 740 w 1336"/>
                    <a:gd name="T19" fmla="*/ 628 h 1536"/>
                    <a:gd name="T20" fmla="*/ 728 w 1336"/>
                    <a:gd name="T21" fmla="*/ 864 h 1536"/>
                    <a:gd name="T22" fmla="*/ 708 w 1336"/>
                    <a:gd name="T23" fmla="*/ 844 h 1536"/>
                    <a:gd name="T24" fmla="*/ 688 w 1336"/>
                    <a:gd name="T25" fmla="*/ 826 h 1536"/>
                    <a:gd name="T26" fmla="*/ 674 w 1336"/>
                    <a:gd name="T27" fmla="*/ 828 h 1536"/>
                    <a:gd name="T28" fmla="*/ 662 w 1336"/>
                    <a:gd name="T29" fmla="*/ 828 h 1536"/>
                    <a:gd name="T30" fmla="*/ 650 w 1336"/>
                    <a:gd name="T31" fmla="*/ 840 h 1536"/>
                    <a:gd name="T32" fmla="*/ 650 w 1336"/>
                    <a:gd name="T33" fmla="*/ 846 h 1536"/>
                    <a:gd name="T34" fmla="*/ 642 w 1336"/>
                    <a:gd name="T35" fmla="*/ 870 h 1536"/>
                    <a:gd name="T36" fmla="*/ 650 w 1336"/>
                    <a:gd name="T37" fmla="*/ 904 h 1536"/>
                    <a:gd name="T38" fmla="*/ 158 w 1336"/>
                    <a:gd name="T39" fmla="*/ 670 h 1536"/>
                    <a:gd name="T40" fmla="*/ 44 w 1336"/>
                    <a:gd name="T41" fmla="*/ 1130 h 1536"/>
                    <a:gd name="T42" fmla="*/ 258 w 1336"/>
                    <a:gd name="T43" fmla="*/ 1190 h 1536"/>
                    <a:gd name="T44" fmla="*/ 380 w 1336"/>
                    <a:gd name="T45" fmla="*/ 1180 h 1536"/>
                    <a:gd name="T46" fmla="*/ 340 w 1336"/>
                    <a:gd name="T47" fmla="*/ 1346 h 1536"/>
                    <a:gd name="T48" fmla="*/ 354 w 1336"/>
                    <a:gd name="T49" fmla="*/ 1398 h 1536"/>
                    <a:gd name="T50" fmla="*/ 438 w 1336"/>
                    <a:gd name="T51" fmla="*/ 1488 h 1536"/>
                    <a:gd name="T52" fmla="*/ 464 w 1336"/>
                    <a:gd name="T53" fmla="*/ 1502 h 1536"/>
                    <a:gd name="T54" fmla="*/ 498 w 1336"/>
                    <a:gd name="T55" fmla="*/ 1504 h 1536"/>
                    <a:gd name="T56" fmla="*/ 524 w 1336"/>
                    <a:gd name="T57" fmla="*/ 1520 h 1536"/>
                    <a:gd name="T58" fmla="*/ 562 w 1336"/>
                    <a:gd name="T59" fmla="*/ 1520 h 1536"/>
                    <a:gd name="T60" fmla="*/ 594 w 1336"/>
                    <a:gd name="T61" fmla="*/ 1526 h 1536"/>
                    <a:gd name="T62" fmla="*/ 634 w 1336"/>
                    <a:gd name="T63" fmla="*/ 1530 h 1536"/>
                    <a:gd name="T64" fmla="*/ 712 w 1336"/>
                    <a:gd name="T65" fmla="*/ 1536 h 1536"/>
                    <a:gd name="T66" fmla="*/ 738 w 1336"/>
                    <a:gd name="T67" fmla="*/ 1514 h 1536"/>
                    <a:gd name="T68" fmla="*/ 758 w 1336"/>
                    <a:gd name="T69" fmla="*/ 1500 h 1536"/>
                    <a:gd name="T70" fmla="*/ 792 w 1336"/>
                    <a:gd name="T71" fmla="*/ 1420 h 1536"/>
                    <a:gd name="T72" fmla="*/ 790 w 1336"/>
                    <a:gd name="T73" fmla="*/ 1286 h 1536"/>
                    <a:gd name="T74" fmla="*/ 746 w 1336"/>
                    <a:gd name="T75" fmla="*/ 1062 h 1536"/>
                    <a:gd name="T76" fmla="*/ 812 w 1336"/>
                    <a:gd name="T77" fmla="*/ 1210 h 1536"/>
                    <a:gd name="T78" fmla="*/ 850 w 1336"/>
                    <a:gd name="T79" fmla="*/ 1282 h 1536"/>
                    <a:gd name="T80" fmla="*/ 938 w 1336"/>
                    <a:gd name="T81" fmla="*/ 1348 h 1536"/>
                    <a:gd name="T82" fmla="*/ 932 w 1336"/>
                    <a:gd name="T83" fmla="*/ 1238 h 1536"/>
                    <a:gd name="T84" fmla="*/ 892 w 1336"/>
                    <a:gd name="T85" fmla="*/ 1166 h 1536"/>
                    <a:gd name="T86" fmla="*/ 804 w 1336"/>
                    <a:gd name="T87" fmla="*/ 1030 h 1536"/>
                    <a:gd name="T88" fmla="*/ 884 w 1336"/>
                    <a:gd name="T89" fmla="*/ 1104 h 1536"/>
                    <a:gd name="T90" fmla="*/ 1036 w 1336"/>
                    <a:gd name="T91" fmla="*/ 1238 h 1536"/>
                    <a:gd name="T92" fmla="*/ 1138 w 1336"/>
                    <a:gd name="T93" fmla="*/ 1282 h 1536"/>
                    <a:gd name="T94" fmla="*/ 1174 w 1336"/>
                    <a:gd name="T95" fmla="*/ 1274 h 1536"/>
                    <a:gd name="T96" fmla="*/ 1196 w 1336"/>
                    <a:gd name="T97" fmla="*/ 1272 h 1536"/>
                    <a:gd name="T98" fmla="*/ 1244 w 1336"/>
                    <a:gd name="T99" fmla="*/ 1216 h 1536"/>
                    <a:gd name="T100" fmla="*/ 1268 w 1336"/>
                    <a:gd name="T101" fmla="*/ 1184 h 1536"/>
                    <a:gd name="T102" fmla="*/ 1282 w 1336"/>
                    <a:gd name="T103" fmla="*/ 1144 h 1536"/>
                    <a:gd name="T104" fmla="*/ 1296 w 1336"/>
                    <a:gd name="T105" fmla="*/ 1124 h 1536"/>
                    <a:gd name="T106" fmla="*/ 1314 w 1336"/>
                    <a:gd name="T107" fmla="*/ 1078 h 1536"/>
                    <a:gd name="T108" fmla="*/ 1316 w 1336"/>
                    <a:gd name="T109" fmla="*/ 1054 h 1536"/>
                    <a:gd name="T110" fmla="*/ 1336 w 1336"/>
                    <a:gd name="T111" fmla="*/ 1020 h 1536"/>
                    <a:gd name="T112" fmla="*/ 662 w 1336"/>
                    <a:gd name="T113" fmla="*/ 842 h 15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336" h="1536">
                      <a:moveTo>
                        <a:pt x="1336" y="1020"/>
                      </a:moveTo>
                      <a:lnTo>
                        <a:pt x="1336" y="1012"/>
                      </a:lnTo>
                      <a:lnTo>
                        <a:pt x="1336" y="1012"/>
                      </a:lnTo>
                      <a:lnTo>
                        <a:pt x="1334" y="1006"/>
                      </a:lnTo>
                      <a:lnTo>
                        <a:pt x="1324" y="968"/>
                      </a:lnTo>
                      <a:lnTo>
                        <a:pt x="1326" y="934"/>
                      </a:lnTo>
                      <a:lnTo>
                        <a:pt x="1312" y="908"/>
                      </a:lnTo>
                      <a:lnTo>
                        <a:pt x="1312" y="908"/>
                      </a:lnTo>
                      <a:lnTo>
                        <a:pt x="1308" y="896"/>
                      </a:lnTo>
                      <a:lnTo>
                        <a:pt x="1306" y="886"/>
                      </a:lnTo>
                      <a:lnTo>
                        <a:pt x="1300" y="876"/>
                      </a:lnTo>
                      <a:lnTo>
                        <a:pt x="1300" y="876"/>
                      </a:lnTo>
                      <a:lnTo>
                        <a:pt x="1292" y="868"/>
                      </a:lnTo>
                      <a:lnTo>
                        <a:pt x="1282" y="858"/>
                      </a:lnTo>
                      <a:lnTo>
                        <a:pt x="1268" y="846"/>
                      </a:lnTo>
                      <a:lnTo>
                        <a:pt x="1194" y="804"/>
                      </a:lnTo>
                      <a:lnTo>
                        <a:pt x="1194" y="804"/>
                      </a:lnTo>
                      <a:lnTo>
                        <a:pt x="1124" y="788"/>
                      </a:lnTo>
                      <a:lnTo>
                        <a:pt x="1124" y="788"/>
                      </a:lnTo>
                      <a:lnTo>
                        <a:pt x="1108" y="788"/>
                      </a:lnTo>
                      <a:lnTo>
                        <a:pt x="1082" y="790"/>
                      </a:lnTo>
                      <a:lnTo>
                        <a:pt x="1020" y="800"/>
                      </a:lnTo>
                      <a:lnTo>
                        <a:pt x="1148" y="718"/>
                      </a:lnTo>
                      <a:lnTo>
                        <a:pt x="1184" y="692"/>
                      </a:lnTo>
                      <a:lnTo>
                        <a:pt x="1220" y="664"/>
                      </a:lnTo>
                      <a:lnTo>
                        <a:pt x="1240" y="634"/>
                      </a:lnTo>
                      <a:lnTo>
                        <a:pt x="1254" y="592"/>
                      </a:lnTo>
                      <a:lnTo>
                        <a:pt x="1258" y="536"/>
                      </a:lnTo>
                      <a:lnTo>
                        <a:pt x="1252" y="478"/>
                      </a:lnTo>
                      <a:lnTo>
                        <a:pt x="1246" y="442"/>
                      </a:lnTo>
                      <a:lnTo>
                        <a:pt x="1214" y="344"/>
                      </a:lnTo>
                      <a:lnTo>
                        <a:pt x="1198" y="280"/>
                      </a:lnTo>
                      <a:lnTo>
                        <a:pt x="1150" y="122"/>
                      </a:lnTo>
                      <a:lnTo>
                        <a:pt x="1118" y="46"/>
                      </a:lnTo>
                      <a:lnTo>
                        <a:pt x="1102" y="20"/>
                      </a:lnTo>
                      <a:lnTo>
                        <a:pt x="1102" y="20"/>
                      </a:lnTo>
                      <a:lnTo>
                        <a:pt x="1102" y="18"/>
                      </a:lnTo>
                      <a:lnTo>
                        <a:pt x="1100" y="12"/>
                      </a:lnTo>
                      <a:lnTo>
                        <a:pt x="1094" y="6"/>
                      </a:lnTo>
                      <a:lnTo>
                        <a:pt x="1084" y="0"/>
                      </a:lnTo>
                      <a:lnTo>
                        <a:pt x="1044" y="0"/>
                      </a:lnTo>
                      <a:lnTo>
                        <a:pt x="1044" y="0"/>
                      </a:lnTo>
                      <a:lnTo>
                        <a:pt x="1028" y="6"/>
                      </a:lnTo>
                      <a:lnTo>
                        <a:pt x="1014" y="12"/>
                      </a:lnTo>
                      <a:lnTo>
                        <a:pt x="1000" y="18"/>
                      </a:lnTo>
                      <a:lnTo>
                        <a:pt x="930" y="90"/>
                      </a:lnTo>
                      <a:lnTo>
                        <a:pt x="860" y="190"/>
                      </a:lnTo>
                      <a:lnTo>
                        <a:pt x="806" y="322"/>
                      </a:lnTo>
                      <a:lnTo>
                        <a:pt x="772" y="442"/>
                      </a:lnTo>
                      <a:lnTo>
                        <a:pt x="740" y="628"/>
                      </a:lnTo>
                      <a:lnTo>
                        <a:pt x="732" y="758"/>
                      </a:lnTo>
                      <a:lnTo>
                        <a:pt x="730" y="842"/>
                      </a:lnTo>
                      <a:lnTo>
                        <a:pt x="730" y="870"/>
                      </a:lnTo>
                      <a:lnTo>
                        <a:pt x="730" y="870"/>
                      </a:lnTo>
                      <a:lnTo>
                        <a:pt x="728" y="864"/>
                      </a:lnTo>
                      <a:lnTo>
                        <a:pt x="728" y="864"/>
                      </a:lnTo>
                      <a:lnTo>
                        <a:pt x="720" y="858"/>
                      </a:lnTo>
                      <a:lnTo>
                        <a:pt x="708" y="850"/>
                      </a:lnTo>
                      <a:lnTo>
                        <a:pt x="708" y="850"/>
                      </a:lnTo>
                      <a:lnTo>
                        <a:pt x="708" y="844"/>
                      </a:lnTo>
                      <a:lnTo>
                        <a:pt x="706" y="836"/>
                      </a:lnTo>
                      <a:lnTo>
                        <a:pt x="706" y="836"/>
                      </a:lnTo>
                      <a:lnTo>
                        <a:pt x="702" y="830"/>
                      </a:lnTo>
                      <a:lnTo>
                        <a:pt x="696" y="828"/>
                      </a:lnTo>
                      <a:lnTo>
                        <a:pt x="688" y="826"/>
                      </a:lnTo>
                      <a:lnTo>
                        <a:pt x="680" y="828"/>
                      </a:lnTo>
                      <a:lnTo>
                        <a:pt x="680" y="828"/>
                      </a:lnTo>
                      <a:lnTo>
                        <a:pt x="678" y="830"/>
                      </a:lnTo>
                      <a:lnTo>
                        <a:pt x="678" y="824"/>
                      </a:lnTo>
                      <a:lnTo>
                        <a:pt x="674" y="828"/>
                      </a:lnTo>
                      <a:lnTo>
                        <a:pt x="670" y="830"/>
                      </a:lnTo>
                      <a:lnTo>
                        <a:pt x="670" y="830"/>
                      </a:lnTo>
                      <a:lnTo>
                        <a:pt x="664" y="828"/>
                      </a:lnTo>
                      <a:lnTo>
                        <a:pt x="664" y="828"/>
                      </a:lnTo>
                      <a:lnTo>
                        <a:pt x="662" y="828"/>
                      </a:lnTo>
                      <a:lnTo>
                        <a:pt x="660" y="832"/>
                      </a:lnTo>
                      <a:lnTo>
                        <a:pt x="656" y="834"/>
                      </a:lnTo>
                      <a:lnTo>
                        <a:pt x="658" y="836"/>
                      </a:lnTo>
                      <a:lnTo>
                        <a:pt x="654" y="838"/>
                      </a:lnTo>
                      <a:lnTo>
                        <a:pt x="650" y="840"/>
                      </a:lnTo>
                      <a:lnTo>
                        <a:pt x="656" y="842"/>
                      </a:lnTo>
                      <a:lnTo>
                        <a:pt x="656" y="844"/>
                      </a:lnTo>
                      <a:lnTo>
                        <a:pt x="656" y="844"/>
                      </a:lnTo>
                      <a:lnTo>
                        <a:pt x="650" y="846"/>
                      </a:lnTo>
                      <a:lnTo>
                        <a:pt x="650" y="846"/>
                      </a:lnTo>
                      <a:lnTo>
                        <a:pt x="644" y="850"/>
                      </a:lnTo>
                      <a:lnTo>
                        <a:pt x="640" y="856"/>
                      </a:lnTo>
                      <a:lnTo>
                        <a:pt x="640" y="864"/>
                      </a:lnTo>
                      <a:lnTo>
                        <a:pt x="642" y="870"/>
                      </a:lnTo>
                      <a:lnTo>
                        <a:pt x="642" y="870"/>
                      </a:lnTo>
                      <a:lnTo>
                        <a:pt x="646" y="876"/>
                      </a:lnTo>
                      <a:lnTo>
                        <a:pt x="650" y="878"/>
                      </a:lnTo>
                      <a:lnTo>
                        <a:pt x="650" y="878"/>
                      </a:lnTo>
                      <a:lnTo>
                        <a:pt x="648" y="894"/>
                      </a:lnTo>
                      <a:lnTo>
                        <a:pt x="650" y="904"/>
                      </a:lnTo>
                      <a:lnTo>
                        <a:pt x="634" y="894"/>
                      </a:lnTo>
                      <a:lnTo>
                        <a:pt x="562" y="848"/>
                      </a:lnTo>
                      <a:lnTo>
                        <a:pt x="450" y="784"/>
                      </a:lnTo>
                      <a:lnTo>
                        <a:pt x="276" y="708"/>
                      </a:lnTo>
                      <a:lnTo>
                        <a:pt x="158" y="670"/>
                      </a:lnTo>
                      <a:lnTo>
                        <a:pt x="18" y="644"/>
                      </a:lnTo>
                      <a:lnTo>
                        <a:pt x="0" y="644"/>
                      </a:lnTo>
                      <a:lnTo>
                        <a:pt x="0" y="1084"/>
                      </a:lnTo>
                      <a:lnTo>
                        <a:pt x="16" y="1104"/>
                      </a:lnTo>
                      <a:lnTo>
                        <a:pt x="44" y="1130"/>
                      </a:lnTo>
                      <a:lnTo>
                        <a:pt x="88" y="1166"/>
                      </a:lnTo>
                      <a:lnTo>
                        <a:pt x="138" y="1194"/>
                      </a:lnTo>
                      <a:lnTo>
                        <a:pt x="180" y="1206"/>
                      </a:lnTo>
                      <a:lnTo>
                        <a:pt x="216" y="1206"/>
                      </a:lnTo>
                      <a:lnTo>
                        <a:pt x="258" y="1190"/>
                      </a:lnTo>
                      <a:lnTo>
                        <a:pt x="300" y="1174"/>
                      </a:lnTo>
                      <a:lnTo>
                        <a:pt x="440" y="1114"/>
                      </a:lnTo>
                      <a:lnTo>
                        <a:pt x="440" y="1114"/>
                      </a:lnTo>
                      <a:lnTo>
                        <a:pt x="396" y="1160"/>
                      </a:lnTo>
                      <a:lnTo>
                        <a:pt x="380" y="1180"/>
                      </a:lnTo>
                      <a:lnTo>
                        <a:pt x="372" y="1192"/>
                      </a:lnTo>
                      <a:lnTo>
                        <a:pt x="372" y="1192"/>
                      </a:lnTo>
                      <a:lnTo>
                        <a:pt x="348" y="1260"/>
                      </a:lnTo>
                      <a:lnTo>
                        <a:pt x="340" y="1346"/>
                      </a:lnTo>
                      <a:lnTo>
                        <a:pt x="340" y="1346"/>
                      </a:lnTo>
                      <a:lnTo>
                        <a:pt x="344" y="1364"/>
                      </a:lnTo>
                      <a:lnTo>
                        <a:pt x="346" y="1378"/>
                      </a:lnTo>
                      <a:lnTo>
                        <a:pt x="348" y="1390"/>
                      </a:lnTo>
                      <a:lnTo>
                        <a:pt x="348" y="1390"/>
                      </a:lnTo>
                      <a:lnTo>
                        <a:pt x="354" y="1398"/>
                      </a:lnTo>
                      <a:lnTo>
                        <a:pt x="360" y="1406"/>
                      </a:lnTo>
                      <a:lnTo>
                        <a:pt x="368" y="1416"/>
                      </a:lnTo>
                      <a:lnTo>
                        <a:pt x="382" y="1444"/>
                      </a:lnTo>
                      <a:lnTo>
                        <a:pt x="412" y="1460"/>
                      </a:lnTo>
                      <a:lnTo>
                        <a:pt x="438" y="1488"/>
                      </a:lnTo>
                      <a:lnTo>
                        <a:pt x="438" y="1488"/>
                      </a:lnTo>
                      <a:lnTo>
                        <a:pt x="440" y="1492"/>
                      </a:lnTo>
                      <a:lnTo>
                        <a:pt x="446" y="1496"/>
                      </a:lnTo>
                      <a:lnTo>
                        <a:pt x="458" y="1500"/>
                      </a:lnTo>
                      <a:lnTo>
                        <a:pt x="464" y="1502"/>
                      </a:lnTo>
                      <a:lnTo>
                        <a:pt x="474" y="1500"/>
                      </a:lnTo>
                      <a:lnTo>
                        <a:pt x="474" y="1500"/>
                      </a:lnTo>
                      <a:lnTo>
                        <a:pt x="488" y="1500"/>
                      </a:lnTo>
                      <a:lnTo>
                        <a:pt x="496" y="1502"/>
                      </a:lnTo>
                      <a:lnTo>
                        <a:pt x="498" y="1504"/>
                      </a:lnTo>
                      <a:lnTo>
                        <a:pt x="500" y="1506"/>
                      </a:lnTo>
                      <a:lnTo>
                        <a:pt x="500" y="1506"/>
                      </a:lnTo>
                      <a:lnTo>
                        <a:pt x="510" y="1512"/>
                      </a:lnTo>
                      <a:lnTo>
                        <a:pt x="524" y="1520"/>
                      </a:lnTo>
                      <a:lnTo>
                        <a:pt x="524" y="1520"/>
                      </a:lnTo>
                      <a:lnTo>
                        <a:pt x="542" y="1522"/>
                      </a:lnTo>
                      <a:lnTo>
                        <a:pt x="554" y="1522"/>
                      </a:lnTo>
                      <a:lnTo>
                        <a:pt x="558" y="1522"/>
                      </a:lnTo>
                      <a:lnTo>
                        <a:pt x="562" y="1520"/>
                      </a:lnTo>
                      <a:lnTo>
                        <a:pt x="562" y="1520"/>
                      </a:lnTo>
                      <a:lnTo>
                        <a:pt x="566" y="1518"/>
                      </a:lnTo>
                      <a:lnTo>
                        <a:pt x="570" y="1518"/>
                      </a:lnTo>
                      <a:lnTo>
                        <a:pt x="582" y="1520"/>
                      </a:lnTo>
                      <a:lnTo>
                        <a:pt x="594" y="1526"/>
                      </a:lnTo>
                      <a:lnTo>
                        <a:pt x="594" y="1526"/>
                      </a:lnTo>
                      <a:lnTo>
                        <a:pt x="604" y="1530"/>
                      </a:lnTo>
                      <a:lnTo>
                        <a:pt x="612" y="1532"/>
                      </a:lnTo>
                      <a:lnTo>
                        <a:pt x="622" y="1532"/>
                      </a:lnTo>
                      <a:lnTo>
                        <a:pt x="622" y="1532"/>
                      </a:lnTo>
                      <a:lnTo>
                        <a:pt x="634" y="1530"/>
                      </a:lnTo>
                      <a:lnTo>
                        <a:pt x="648" y="1528"/>
                      </a:lnTo>
                      <a:lnTo>
                        <a:pt x="662" y="1528"/>
                      </a:lnTo>
                      <a:lnTo>
                        <a:pt x="686" y="1532"/>
                      </a:lnTo>
                      <a:lnTo>
                        <a:pt x="712" y="1536"/>
                      </a:lnTo>
                      <a:lnTo>
                        <a:pt x="712" y="1536"/>
                      </a:lnTo>
                      <a:lnTo>
                        <a:pt x="722" y="1532"/>
                      </a:lnTo>
                      <a:lnTo>
                        <a:pt x="732" y="1524"/>
                      </a:lnTo>
                      <a:lnTo>
                        <a:pt x="734" y="1520"/>
                      </a:lnTo>
                      <a:lnTo>
                        <a:pt x="738" y="1514"/>
                      </a:lnTo>
                      <a:lnTo>
                        <a:pt x="738" y="1514"/>
                      </a:lnTo>
                      <a:lnTo>
                        <a:pt x="740" y="1510"/>
                      </a:lnTo>
                      <a:lnTo>
                        <a:pt x="744" y="1506"/>
                      </a:lnTo>
                      <a:lnTo>
                        <a:pt x="750" y="1502"/>
                      </a:lnTo>
                      <a:lnTo>
                        <a:pt x="754" y="1500"/>
                      </a:lnTo>
                      <a:lnTo>
                        <a:pt x="758" y="1500"/>
                      </a:lnTo>
                      <a:lnTo>
                        <a:pt x="766" y="1494"/>
                      </a:lnTo>
                      <a:lnTo>
                        <a:pt x="776" y="1476"/>
                      </a:lnTo>
                      <a:lnTo>
                        <a:pt x="788" y="1438"/>
                      </a:lnTo>
                      <a:lnTo>
                        <a:pt x="788" y="1438"/>
                      </a:lnTo>
                      <a:lnTo>
                        <a:pt x="792" y="1420"/>
                      </a:lnTo>
                      <a:lnTo>
                        <a:pt x="794" y="1398"/>
                      </a:lnTo>
                      <a:lnTo>
                        <a:pt x="796" y="1368"/>
                      </a:lnTo>
                      <a:lnTo>
                        <a:pt x="796" y="1368"/>
                      </a:lnTo>
                      <a:lnTo>
                        <a:pt x="794" y="1330"/>
                      </a:lnTo>
                      <a:lnTo>
                        <a:pt x="790" y="1286"/>
                      </a:lnTo>
                      <a:lnTo>
                        <a:pt x="786" y="1238"/>
                      </a:lnTo>
                      <a:lnTo>
                        <a:pt x="786" y="1238"/>
                      </a:lnTo>
                      <a:lnTo>
                        <a:pt x="770" y="1172"/>
                      </a:lnTo>
                      <a:lnTo>
                        <a:pt x="756" y="1114"/>
                      </a:lnTo>
                      <a:lnTo>
                        <a:pt x="746" y="1062"/>
                      </a:lnTo>
                      <a:lnTo>
                        <a:pt x="760" y="1088"/>
                      </a:lnTo>
                      <a:lnTo>
                        <a:pt x="780" y="1138"/>
                      </a:lnTo>
                      <a:lnTo>
                        <a:pt x="790" y="1152"/>
                      </a:lnTo>
                      <a:lnTo>
                        <a:pt x="794" y="1176"/>
                      </a:lnTo>
                      <a:lnTo>
                        <a:pt x="812" y="1210"/>
                      </a:lnTo>
                      <a:lnTo>
                        <a:pt x="816" y="1218"/>
                      </a:lnTo>
                      <a:lnTo>
                        <a:pt x="840" y="1266"/>
                      </a:lnTo>
                      <a:lnTo>
                        <a:pt x="850" y="1264"/>
                      </a:lnTo>
                      <a:lnTo>
                        <a:pt x="854" y="1272"/>
                      </a:lnTo>
                      <a:lnTo>
                        <a:pt x="850" y="1282"/>
                      </a:lnTo>
                      <a:lnTo>
                        <a:pt x="864" y="1304"/>
                      </a:lnTo>
                      <a:lnTo>
                        <a:pt x="884" y="1340"/>
                      </a:lnTo>
                      <a:lnTo>
                        <a:pt x="914" y="1362"/>
                      </a:lnTo>
                      <a:lnTo>
                        <a:pt x="946" y="1370"/>
                      </a:lnTo>
                      <a:lnTo>
                        <a:pt x="938" y="1348"/>
                      </a:lnTo>
                      <a:lnTo>
                        <a:pt x="952" y="1366"/>
                      </a:lnTo>
                      <a:lnTo>
                        <a:pt x="964" y="1336"/>
                      </a:lnTo>
                      <a:lnTo>
                        <a:pt x="962" y="1298"/>
                      </a:lnTo>
                      <a:lnTo>
                        <a:pt x="942" y="1262"/>
                      </a:lnTo>
                      <a:lnTo>
                        <a:pt x="932" y="1238"/>
                      </a:lnTo>
                      <a:lnTo>
                        <a:pt x="922" y="1236"/>
                      </a:lnTo>
                      <a:lnTo>
                        <a:pt x="918" y="1228"/>
                      </a:lnTo>
                      <a:lnTo>
                        <a:pt x="922" y="1222"/>
                      </a:lnTo>
                      <a:lnTo>
                        <a:pt x="898" y="1174"/>
                      </a:lnTo>
                      <a:lnTo>
                        <a:pt x="892" y="1166"/>
                      </a:lnTo>
                      <a:lnTo>
                        <a:pt x="874" y="1132"/>
                      </a:lnTo>
                      <a:lnTo>
                        <a:pt x="856" y="1116"/>
                      </a:lnTo>
                      <a:lnTo>
                        <a:pt x="850" y="1100"/>
                      </a:lnTo>
                      <a:lnTo>
                        <a:pt x="820" y="1056"/>
                      </a:lnTo>
                      <a:lnTo>
                        <a:pt x="804" y="1030"/>
                      </a:lnTo>
                      <a:lnTo>
                        <a:pt x="804" y="1030"/>
                      </a:lnTo>
                      <a:lnTo>
                        <a:pt x="800" y="1022"/>
                      </a:lnTo>
                      <a:lnTo>
                        <a:pt x="800" y="1022"/>
                      </a:lnTo>
                      <a:lnTo>
                        <a:pt x="840" y="1058"/>
                      </a:lnTo>
                      <a:lnTo>
                        <a:pt x="884" y="1104"/>
                      </a:lnTo>
                      <a:lnTo>
                        <a:pt x="934" y="1158"/>
                      </a:lnTo>
                      <a:lnTo>
                        <a:pt x="934" y="1158"/>
                      </a:lnTo>
                      <a:lnTo>
                        <a:pt x="972" y="1190"/>
                      </a:lnTo>
                      <a:lnTo>
                        <a:pt x="1006" y="1216"/>
                      </a:lnTo>
                      <a:lnTo>
                        <a:pt x="1036" y="1238"/>
                      </a:lnTo>
                      <a:lnTo>
                        <a:pt x="1036" y="1238"/>
                      </a:lnTo>
                      <a:lnTo>
                        <a:pt x="1062" y="1254"/>
                      </a:lnTo>
                      <a:lnTo>
                        <a:pt x="1082" y="1264"/>
                      </a:lnTo>
                      <a:lnTo>
                        <a:pt x="1098" y="1270"/>
                      </a:lnTo>
                      <a:lnTo>
                        <a:pt x="1138" y="1282"/>
                      </a:lnTo>
                      <a:lnTo>
                        <a:pt x="1158" y="1282"/>
                      </a:lnTo>
                      <a:lnTo>
                        <a:pt x="1168" y="1280"/>
                      </a:lnTo>
                      <a:lnTo>
                        <a:pt x="1168" y="1280"/>
                      </a:lnTo>
                      <a:lnTo>
                        <a:pt x="1170" y="1278"/>
                      </a:lnTo>
                      <a:lnTo>
                        <a:pt x="1174" y="1274"/>
                      </a:lnTo>
                      <a:lnTo>
                        <a:pt x="1180" y="1270"/>
                      </a:lnTo>
                      <a:lnTo>
                        <a:pt x="1186" y="1270"/>
                      </a:lnTo>
                      <a:lnTo>
                        <a:pt x="1190" y="1270"/>
                      </a:lnTo>
                      <a:lnTo>
                        <a:pt x="1190" y="1270"/>
                      </a:lnTo>
                      <a:lnTo>
                        <a:pt x="1196" y="1272"/>
                      </a:lnTo>
                      <a:lnTo>
                        <a:pt x="1202" y="1270"/>
                      </a:lnTo>
                      <a:lnTo>
                        <a:pt x="1214" y="1266"/>
                      </a:lnTo>
                      <a:lnTo>
                        <a:pt x="1224" y="1260"/>
                      </a:lnTo>
                      <a:lnTo>
                        <a:pt x="1234" y="1236"/>
                      </a:lnTo>
                      <a:lnTo>
                        <a:pt x="1244" y="1216"/>
                      </a:lnTo>
                      <a:lnTo>
                        <a:pt x="1244" y="1216"/>
                      </a:lnTo>
                      <a:lnTo>
                        <a:pt x="1252" y="1202"/>
                      </a:lnTo>
                      <a:lnTo>
                        <a:pt x="1260" y="1192"/>
                      </a:lnTo>
                      <a:lnTo>
                        <a:pt x="1268" y="1184"/>
                      </a:lnTo>
                      <a:lnTo>
                        <a:pt x="1268" y="1184"/>
                      </a:lnTo>
                      <a:lnTo>
                        <a:pt x="1274" y="1176"/>
                      </a:lnTo>
                      <a:lnTo>
                        <a:pt x="1278" y="1168"/>
                      </a:lnTo>
                      <a:lnTo>
                        <a:pt x="1278" y="1156"/>
                      </a:lnTo>
                      <a:lnTo>
                        <a:pt x="1278" y="1156"/>
                      </a:lnTo>
                      <a:lnTo>
                        <a:pt x="1282" y="1144"/>
                      </a:lnTo>
                      <a:lnTo>
                        <a:pt x="1286" y="1132"/>
                      </a:lnTo>
                      <a:lnTo>
                        <a:pt x="1288" y="1128"/>
                      </a:lnTo>
                      <a:lnTo>
                        <a:pt x="1292" y="1126"/>
                      </a:lnTo>
                      <a:lnTo>
                        <a:pt x="1292" y="1126"/>
                      </a:lnTo>
                      <a:lnTo>
                        <a:pt x="1296" y="1124"/>
                      </a:lnTo>
                      <a:lnTo>
                        <a:pt x="1298" y="1120"/>
                      </a:lnTo>
                      <a:lnTo>
                        <a:pt x="1306" y="1112"/>
                      </a:lnTo>
                      <a:lnTo>
                        <a:pt x="1312" y="1096"/>
                      </a:lnTo>
                      <a:lnTo>
                        <a:pt x="1312" y="1096"/>
                      </a:lnTo>
                      <a:lnTo>
                        <a:pt x="1314" y="1078"/>
                      </a:lnTo>
                      <a:lnTo>
                        <a:pt x="1316" y="1068"/>
                      </a:lnTo>
                      <a:lnTo>
                        <a:pt x="1316" y="1068"/>
                      </a:lnTo>
                      <a:lnTo>
                        <a:pt x="1314" y="1066"/>
                      </a:lnTo>
                      <a:lnTo>
                        <a:pt x="1314" y="1062"/>
                      </a:lnTo>
                      <a:lnTo>
                        <a:pt x="1316" y="1054"/>
                      </a:lnTo>
                      <a:lnTo>
                        <a:pt x="1324" y="1042"/>
                      </a:lnTo>
                      <a:lnTo>
                        <a:pt x="1324" y="1042"/>
                      </a:lnTo>
                      <a:lnTo>
                        <a:pt x="1330" y="1036"/>
                      </a:lnTo>
                      <a:lnTo>
                        <a:pt x="1334" y="1030"/>
                      </a:lnTo>
                      <a:lnTo>
                        <a:pt x="1336" y="1020"/>
                      </a:lnTo>
                      <a:lnTo>
                        <a:pt x="1336" y="1020"/>
                      </a:lnTo>
                      <a:close/>
                      <a:moveTo>
                        <a:pt x="662" y="842"/>
                      </a:moveTo>
                      <a:lnTo>
                        <a:pt x="662" y="842"/>
                      </a:lnTo>
                      <a:lnTo>
                        <a:pt x="662" y="842"/>
                      </a:lnTo>
                      <a:lnTo>
                        <a:pt x="662" y="842"/>
                      </a:lnTo>
                      <a:lnTo>
                        <a:pt x="662" y="84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4" name="Group 53"/>
              <p:cNvGrpSpPr>
                <a:grpSpLocks noChangeAspect="1"/>
              </p:cNvGrpSpPr>
              <p:nvPr/>
            </p:nvGrpSpPr>
            <p:grpSpPr>
              <a:xfrm>
                <a:off x="69" y="4273552"/>
                <a:ext cx="1192646" cy="1365250"/>
                <a:chOff x="6991351" y="2448533"/>
                <a:chExt cx="1646965" cy="1885342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5" name="Freeform 56"/>
                <p:cNvSpPr>
                  <a:spLocks/>
                </p:cNvSpPr>
                <p:nvPr/>
              </p:nvSpPr>
              <p:spPr bwMode="auto">
                <a:xfrm>
                  <a:off x="7543643" y="2953066"/>
                  <a:ext cx="19050" cy="498475"/>
                </a:xfrm>
                <a:custGeom>
                  <a:avLst/>
                  <a:gdLst>
                    <a:gd name="T0" fmla="*/ 2 w 12"/>
                    <a:gd name="T1" fmla="*/ 314 h 314"/>
                    <a:gd name="T2" fmla="*/ 2 w 12"/>
                    <a:gd name="T3" fmla="*/ 314 h 314"/>
                    <a:gd name="T4" fmla="*/ 4 w 12"/>
                    <a:gd name="T5" fmla="*/ 314 h 314"/>
                    <a:gd name="T6" fmla="*/ 4 w 12"/>
                    <a:gd name="T7" fmla="*/ 314 h 314"/>
                    <a:gd name="T8" fmla="*/ 4 w 12"/>
                    <a:gd name="T9" fmla="*/ 296 h 314"/>
                    <a:gd name="T10" fmla="*/ 12 w 12"/>
                    <a:gd name="T11" fmla="*/ 56 h 314"/>
                    <a:gd name="T12" fmla="*/ 12 w 12"/>
                    <a:gd name="T13" fmla="*/ 56 h 314"/>
                    <a:gd name="T14" fmla="*/ 12 w 12"/>
                    <a:gd name="T15" fmla="*/ 28 h 314"/>
                    <a:gd name="T16" fmla="*/ 12 w 12"/>
                    <a:gd name="T17" fmla="*/ 28 h 314"/>
                    <a:gd name="T18" fmla="*/ 12 w 12"/>
                    <a:gd name="T19" fmla="*/ 16 h 314"/>
                    <a:gd name="T20" fmla="*/ 10 w 12"/>
                    <a:gd name="T21" fmla="*/ 6 h 314"/>
                    <a:gd name="T22" fmla="*/ 10 w 12"/>
                    <a:gd name="T23" fmla="*/ 6 h 314"/>
                    <a:gd name="T24" fmla="*/ 6 w 12"/>
                    <a:gd name="T25" fmla="*/ 0 h 314"/>
                    <a:gd name="T26" fmla="*/ 4 w 12"/>
                    <a:gd name="T27" fmla="*/ 0 h 314"/>
                    <a:gd name="T28" fmla="*/ 2 w 12"/>
                    <a:gd name="T29" fmla="*/ 2 h 314"/>
                    <a:gd name="T30" fmla="*/ 2 w 12"/>
                    <a:gd name="T31" fmla="*/ 2 h 314"/>
                    <a:gd name="T32" fmla="*/ 0 w 12"/>
                    <a:gd name="T33" fmla="*/ 10 h 314"/>
                    <a:gd name="T34" fmla="*/ 0 w 12"/>
                    <a:gd name="T35" fmla="*/ 18 h 314"/>
                    <a:gd name="T36" fmla="*/ 0 w 12"/>
                    <a:gd name="T37" fmla="*/ 18 h 314"/>
                    <a:gd name="T38" fmla="*/ 2 w 12"/>
                    <a:gd name="T39" fmla="*/ 28 h 314"/>
                    <a:gd name="T40" fmla="*/ 2 w 12"/>
                    <a:gd name="T41" fmla="*/ 42 h 314"/>
                    <a:gd name="T42" fmla="*/ 0 w 12"/>
                    <a:gd name="T43" fmla="*/ 298 h 314"/>
                    <a:gd name="T44" fmla="*/ 0 w 12"/>
                    <a:gd name="T45" fmla="*/ 298 h 314"/>
                    <a:gd name="T46" fmla="*/ 0 w 12"/>
                    <a:gd name="T47" fmla="*/ 310 h 314"/>
                    <a:gd name="T48" fmla="*/ 2 w 12"/>
                    <a:gd name="T49" fmla="*/ 314 h 314"/>
                    <a:gd name="T50" fmla="*/ 2 w 12"/>
                    <a:gd name="T51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2" h="314">
                      <a:moveTo>
                        <a:pt x="2" y="314"/>
                      </a:moveTo>
                      <a:lnTo>
                        <a:pt x="2" y="314"/>
                      </a:lnTo>
                      <a:lnTo>
                        <a:pt x="4" y="314"/>
                      </a:lnTo>
                      <a:lnTo>
                        <a:pt x="4" y="314"/>
                      </a:lnTo>
                      <a:lnTo>
                        <a:pt x="4" y="296"/>
                      </a:lnTo>
                      <a:lnTo>
                        <a:pt x="12" y="56"/>
                      </a:lnTo>
                      <a:lnTo>
                        <a:pt x="12" y="56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12" y="16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2" y="28"/>
                      </a:lnTo>
                      <a:lnTo>
                        <a:pt x="2" y="42"/>
                      </a:lnTo>
                      <a:lnTo>
                        <a:pt x="0" y="298"/>
                      </a:lnTo>
                      <a:lnTo>
                        <a:pt x="0" y="298"/>
                      </a:lnTo>
                      <a:lnTo>
                        <a:pt x="0" y="310"/>
                      </a:lnTo>
                      <a:lnTo>
                        <a:pt x="2" y="314"/>
                      </a:lnTo>
                      <a:lnTo>
                        <a:pt x="2" y="3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Freeform 57"/>
                <p:cNvSpPr>
                  <a:spLocks/>
                </p:cNvSpPr>
                <p:nvPr/>
              </p:nvSpPr>
              <p:spPr bwMode="auto">
                <a:xfrm>
                  <a:off x="7597775" y="335597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Freeform 58"/>
                <p:cNvSpPr>
                  <a:spLocks/>
                </p:cNvSpPr>
                <p:nvPr/>
              </p:nvSpPr>
              <p:spPr bwMode="auto">
                <a:xfrm>
                  <a:off x="7565869" y="3273742"/>
                  <a:ext cx="463550" cy="193675"/>
                </a:xfrm>
                <a:custGeom>
                  <a:avLst/>
                  <a:gdLst>
                    <a:gd name="T0" fmla="*/ 0 w 292"/>
                    <a:gd name="T1" fmla="*/ 122 h 122"/>
                    <a:gd name="T2" fmla="*/ 0 w 292"/>
                    <a:gd name="T3" fmla="*/ 122 h 122"/>
                    <a:gd name="T4" fmla="*/ 18 w 292"/>
                    <a:gd name="T5" fmla="*/ 116 h 122"/>
                    <a:gd name="T6" fmla="*/ 254 w 292"/>
                    <a:gd name="T7" fmla="*/ 20 h 122"/>
                    <a:gd name="T8" fmla="*/ 254 w 292"/>
                    <a:gd name="T9" fmla="*/ 20 h 122"/>
                    <a:gd name="T10" fmla="*/ 268 w 292"/>
                    <a:gd name="T11" fmla="*/ 14 h 122"/>
                    <a:gd name="T12" fmla="*/ 278 w 292"/>
                    <a:gd name="T13" fmla="*/ 12 h 122"/>
                    <a:gd name="T14" fmla="*/ 278 w 292"/>
                    <a:gd name="T15" fmla="*/ 12 h 122"/>
                    <a:gd name="T16" fmla="*/ 284 w 292"/>
                    <a:gd name="T17" fmla="*/ 10 h 122"/>
                    <a:gd name="T18" fmla="*/ 292 w 292"/>
                    <a:gd name="T19" fmla="*/ 6 h 122"/>
                    <a:gd name="T20" fmla="*/ 292 w 292"/>
                    <a:gd name="T21" fmla="*/ 6 h 122"/>
                    <a:gd name="T22" fmla="*/ 292 w 292"/>
                    <a:gd name="T23" fmla="*/ 4 h 122"/>
                    <a:gd name="T24" fmla="*/ 292 w 292"/>
                    <a:gd name="T25" fmla="*/ 2 h 122"/>
                    <a:gd name="T26" fmla="*/ 286 w 292"/>
                    <a:gd name="T27" fmla="*/ 0 h 122"/>
                    <a:gd name="T28" fmla="*/ 286 w 292"/>
                    <a:gd name="T29" fmla="*/ 0 h 122"/>
                    <a:gd name="T30" fmla="*/ 274 w 292"/>
                    <a:gd name="T31" fmla="*/ 2 h 122"/>
                    <a:gd name="T32" fmla="*/ 264 w 292"/>
                    <a:gd name="T33" fmla="*/ 6 h 122"/>
                    <a:gd name="T34" fmla="*/ 264 w 292"/>
                    <a:gd name="T35" fmla="*/ 6 h 122"/>
                    <a:gd name="T36" fmla="*/ 238 w 292"/>
                    <a:gd name="T37" fmla="*/ 16 h 122"/>
                    <a:gd name="T38" fmla="*/ 16 w 292"/>
                    <a:gd name="T39" fmla="*/ 112 h 122"/>
                    <a:gd name="T40" fmla="*/ 16 w 292"/>
                    <a:gd name="T41" fmla="*/ 112 h 122"/>
                    <a:gd name="T42" fmla="*/ 0 w 292"/>
                    <a:gd name="T43" fmla="*/ 120 h 122"/>
                    <a:gd name="T44" fmla="*/ 0 w 292"/>
                    <a:gd name="T45" fmla="*/ 120 h 122"/>
                    <a:gd name="T46" fmla="*/ 0 w 292"/>
                    <a:gd name="T47" fmla="*/ 120 h 122"/>
                    <a:gd name="T48" fmla="*/ 0 w 292"/>
                    <a:gd name="T49" fmla="*/ 120 h 122"/>
                    <a:gd name="T50" fmla="*/ 0 w 292"/>
                    <a:gd name="T51" fmla="*/ 122 h 122"/>
                    <a:gd name="T52" fmla="*/ 0 w 292"/>
                    <a:gd name="T53" fmla="*/ 12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92" h="122">
                      <a:moveTo>
                        <a:pt x="0" y="122"/>
                      </a:moveTo>
                      <a:lnTo>
                        <a:pt x="0" y="122"/>
                      </a:lnTo>
                      <a:lnTo>
                        <a:pt x="18" y="116"/>
                      </a:lnTo>
                      <a:lnTo>
                        <a:pt x="254" y="20"/>
                      </a:lnTo>
                      <a:lnTo>
                        <a:pt x="254" y="20"/>
                      </a:lnTo>
                      <a:lnTo>
                        <a:pt x="268" y="14"/>
                      </a:lnTo>
                      <a:lnTo>
                        <a:pt x="278" y="12"/>
                      </a:lnTo>
                      <a:lnTo>
                        <a:pt x="278" y="12"/>
                      </a:lnTo>
                      <a:lnTo>
                        <a:pt x="284" y="10"/>
                      </a:lnTo>
                      <a:lnTo>
                        <a:pt x="292" y="6"/>
                      </a:lnTo>
                      <a:lnTo>
                        <a:pt x="292" y="6"/>
                      </a:lnTo>
                      <a:lnTo>
                        <a:pt x="292" y="4"/>
                      </a:lnTo>
                      <a:lnTo>
                        <a:pt x="292" y="2"/>
                      </a:lnTo>
                      <a:lnTo>
                        <a:pt x="286" y="0"/>
                      </a:lnTo>
                      <a:lnTo>
                        <a:pt x="286" y="0"/>
                      </a:lnTo>
                      <a:lnTo>
                        <a:pt x="274" y="2"/>
                      </a:lnTo>
                      <a:lnTo>
                        <a:pt x="264" y="6"/>
                      </a:lnTo>
                      <a:lnTo>
                        <a:pt x="264" y="6"/>
                      </a:lnTo>
                      <a:lnTo>
                        <a:pt x="238" y="16"/>
                      </a:lnTo>
                      <a:lnTo>
                        <a:pt x="16" y="112"/>
                      </a:lnTo>
                      <a:lnTo>
                        <a:pt x="16" y="112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2"/>
                      </a:lnTo>
                      <a:lnTo>
                        <a:pt x="0" y="1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Freeform 59"/>
                <p:cNvSpPr>
                  <a:spLocks noEditPoints="1"/>
                </p:cNvSpPr>
                <p:nvPr/>
              </p:nvSpPr>
              <p:spPr bwMode="auto">
                <a:xfrm>
                  <a:off x="6991351" y="2448533"/>
                  <a:ext cx="1646965" cy="1885342"/>
                </a:xfrm>
                <a:custGeom>
                  <a:avLst/>
                  <a:gdLst>
                    <a:gd name="T0" fmla="*/ 1212 w 1216"/>
                    <a:gd name="T1" fmla="*/ 748 h 1392"/>
                    <a:gd name="T2" fmla="*/ 1174 w 1216"/>
                    <a:gd name="T3" fmla="*/ 708 h 1392"/>
                    <a:gd name="T4" fmla="*/ 850 w 1216"/>
                    <a:gd name="T5" fmla="*/ 674 h 1392"/>
                    <a:gd name="T6" fmla="*/ 410 w 1216"/>
                    <a:gd name="T7" fmla="*/ 830 h 1392"/>
                    <a:gd name="T8" fmla="*/ 392 w 1216"/>
                    <a:gd name="T9" fmla="*/ 836 h 1392"/>
                    <a:gd name="T10" fmla="*/ 400 w 1216"/>
                    <a:gd name="T11" fmla="*/ 812 h 1392"/>
                    <a:gd name="T12" fmla="*/ 408 w 1216"/>
                    <a:gd name="T13" fmla="*/ 796 h 1392"/>
                    <a:gd name="T14" fmla="*/ 398 w 1216"/>
                    <a:gd name="T15" fmla="*/ 784 h 1392"/>
                    <a:gd name="T16" fmla="*/ 396 w 1216"/>
                    <a:gd name="T17" fmla="*/ 776 h 1392"/>
                    <a:gd name="T18" fmla="*/ 390 w 1216"/>
                    <a:gd name="T19" fmla="*/ 770 h 1392"/>
                    <a:gd name="T20" fmla="*/ 380 w 1216"/>
                    <a:gd name="T21" fmla="*/ 766 h 1392"/>
                    <a:gd name="T22" fmla="*/ 374 w 1216"/>
                    <a:gd name="T23" fmla="*/ 768 h 1392"/>
                    <a:gd name="T24" fmla="*/ 356 w 1216"/>
                    <a:gd name="T25" fmla="*/ 768 h 1392"/>
                    <a:gd name="T26" fmla="*/ 348 w 1216"/>
                    <a:gd name="T27" fmla="*/ 782 h 1392"/>
                    <a:gd name="T28" fmla="*/ 330 w 1216"/>
                    <a:gd name="T29" fmla="*/ 774 h 1392"/>
                    <a:gd name="T30" fmla="*/ 310 w 1216"/>
                    <a:gd name="T31" fmla="*/ 308 h 1392"/>
                    <a:gd name="T32" fmla="*/ 164 w 1216"/>
                    <a:gd name="T33" fmla="*/ 22 h 1392"/>
                    <a:gd name="T34" fmla="*/ 90 w 1216"/>
                    <a:gd name="T35" fmla="*/ 0 h 1392"/>
                    <a:gd name="T36" fmla="*/ 76 w 1216"/>
                    <a:gd name="T37" fmla="*/ 14 h 1392"/>
                    <a:gd name="T38" fmla="*/ 0 w 1216"/>
                    <a:gd name="T39" fmla="*/ 650 h 1392"/>
                    <a:gd name="T40" fmla="*/ 0 w 1216"/>
                    <a:gd name="T41" fmla="*/ 692 h 1392"/>
                    <a:gd name="T42" fmla="*/ 22 w 1216"/>
                    <a:gd name="T43" fmla="*/ 1096 h 1392"/>
                    <a:gd name="T44" fmla="*/ 120 w 1216"/>
                    <a:gd name="T45" fmla="*/ 1036 h 1392"/>
                    <a:gd name="T46" fmla="*/ 228 w 1216"/>
                    <a:gd name="T47" fmla="*/ 952 h 1392"/>
                    <a:gd name="T48" fmla="*/ 154 w 1216"/>
                    <a:gd name="T49" fmla="*/ 1044 h 1392"/>
                    <a:gd name="T50" fmla="*/ 122 w 1216"/>
                    <a:gd name="T51" fmla="*/ 1102 h 1392"/>
                    <a:gd name="T52" fmla="*/ 76 w 1216"/>
                    <a:gd name="T53" fmla="*/ 1188 h 1392"/>
                    <a:gd name="T54" fmla="*/ 118 w 1216"/>
                    <a:gd name="T55" fmla="*/ 1216 h 1392"/>
                    <a:gd name="T56" fmla="*/ 178 w 1216"/>
                    <a:gd name="T57" fmla="*/ 1142 h 1392"/>
                    <a:gd name="T58" fmla="*/ 222 w 1216"/>
                    <a:gd name="T59" fmla="*/ 1090 h 1392"/>
                    <a:gd name="T60" fmla="*/ 278 w 1216"/>
                    <a:gd name="T61" fmla="*/ 988 h 1392"/>
                    <a:gd name="T62" fmla="*/ 296 w 1216"/>
                    <a:gd name="T63" fmla="*/ 960 h 1392"/>
                    <a:gd name="T64" fmla="*/ 244 w 1216"/>
                    <a:gd name="T65" fmla="*/ 1120 h 1392"/>
                    <a:gd name="T66" fmla="*/ 224 w 1216"/>
                    <a:gd name="T67" fmla="*/ 1234 h 1392"/>
                    <a:gd name="T68" fmla="*/ 232 w 1216"/>
                    <a:gd name="T69" fmla="*/ 1330 h 1392"/>
                    <a:gd name="T70" fmla="*/ 248 w 1216"/>
                    <a:gd name="T71" fmla="*/ 1354 h 1392"/>
                    <a:gd name="T72" fmla="*/ 262 w 1216"/>
                    <a:gd name="T73" fmla="*/ 1368 h 1392"/>
                    <a:gd name="T74" fmla="*/ 282 w 1216"/>
                    <a:gd name="T75" fmla="*/ 1390 h 1392"/>
                    <a:gd name="T76" fmla="*/ 338 w 1216"/>
                    <a:gd name="T77" fmla="*/ 1388 h 1392"/>
                    <a:gd name="T78" fmla="*/ 388 w 1216"/>
                    <a:gd name="T79" fmla="*/ 1390 h 1392"/>
                    <a:gd name="T80" fmla="*/ 412 w 1216"/>
                    <a:gd name="T81" fmla="*/ 1386 h 1392"/>
                    <a:gd name="T82" fmla="*/ 428 w 1216"/>
                    <a:gd name="T83" fmla="*/ 1392 h 1392"/>
                    <a:gd name="T84" fmla="*/ 450 w 1216"/>
                    <a:gd name="T85" fmla="*/ 1392 h 1392"/>
                    <a:gd name="T86" fmla="*/ 474 w 1216"/>
                    <a:gd name="T87" fmla="*/ 1380 h 1392"/>
                    <a:gd name="T88" fmla="*/ 496 w 1216"/>
                    <a:gd name="T89" fmla="*/ 1380 h 1392"/>
                    <a:gd name="T90" fmla="*/ 526 w 1216"/>
                    <a:gd name="T91" fmla="*/ 1374 h 1392"/>
                    <a:gd name="T92" fmla="*/ 598 w 1216"/>
                    <a:gd name="T93" fmla="*/ 1314 h 1392"/>
                    <a:gd name="T94" fmla="*/ 616 w 1216"/>
                    <a:gd name="T95" fmla="*/ 1292 h 1392"/>
                    <a:gd name="T96" fmla="*/ 630 w 1216"/>
                    <a:gd name="T97" fmla="*/ 1178 h 1392"/>
                    <a:gd name="T98" fmla="*/ 608 w 1216"/>
                    <a:gd name="T99" fmla="*/ 1104 h 1392"/>
                    <a:gd name="T100" fmla="*/ 714 w 1216"/>
                    <a:gd name="T101" fmla="*/ 1124 h 1392"/>
                    <a:gd name="T102" fmla="*/ 866 w 1216"/>
                    <a:gd name="T103" fmla="*/ 1120 h 1392"/>
                    <a:gd name="T104" fmla="*/ 1044 w 1216"/>
                    <a:gd name="T105" fmla="*/ 966 h 1392"/>
                    <a:gd name="T106" fmla="*/ 1210 w 1216"/>
                    <a:gd name="T107" fmla="*/ 784 h 1392"/>
                    <a:gd name="T108" fmla="*/ 382 w 1216"/>
                    <a:gd name="T109" fmla="*/ 776 h 1392"/>
                    <a:gd name="T110" fmla="*/ 382 w 1216"/>
                    <a:gd name="T111" fmla="*/ 776 h 1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216" h="1392">
                      <a:moveTo>
                        <a:pt x="1216" y="756"/>
                      </a:moveTo>
                      <a:lnTo>
                        <a:pt x="1216" y="756"/>
                      </a:lnTo>
                      <a:lnTo>
                        <a:pt x="1212" y="748"/>
                      </a:lnTo>
                      <a:lnTo>
                        <a:pt x="1212" y="748"/>
                      </a:lnTo>
                      <a:lnTo>
                        <a:pt x="1206" y="738"/>
                      </a:lnTo>
                      <a:lnTo>
                        <a:pt x="1200" y="730"/>
                      </a:lnTo>
                      <a:lnTo>
                        <a:pt x="1186" y="716"/>
                      </a:lnTo>
                      <a:lnTo>
                        <a:pt x="1174" y="708"/>
                      </a:lnTo>
                      <a:lnTo>
                        <a:pt x="1168" y="704"/>
                      </a:lnTo>
                      <a:lnTo>
                        <a:pt x="1084" y="676"/>
                      </a:lnTo>
                      <a:lnTo>
                        <a:pt x="976" y="664"/>
                      </a:lnTo>
                      <a:lnTo>
                        <a:pt x="850" y="674"/>
                      </a:lnTo>
                      <a:lnTo>
                        <a:pt x="742" y="698"/>
                      </a:lnTo>
                      <a:lnTo>
                        <a:pt x="582" y="748"/>
                      </a:lnTo>
                      <a:lnTo>
                        <a:pt x="476" y="796"/>
                      </a:lnTo>
                      <a:lnTo>
                        <a:pt x="410" y="830"/>
                      </a:lnTo>
                      <a:lnTo>
                        <a:pt x="388" y="842"/>
                      </a:lnTo>
                      <a:lnTo>
                        <a:pt x="388" y="842"/>
                      </a:lnTo>
                      <a:lnTo>
                        <a:pt x="392" y="836"/>
                      </a:lnTo>
                      <a:lnTo>
                        <a:pt x="392" y="836"/>
                      </a:lnTo>
                      <a:lnTo>
                        <a:pt x="394" y="828"/>
                      </a:lnTo>
                      <a:lnTo>
                        <a:pt x="394" y="814"/>
                      </a:lnTo>
                      <a:lnTo>
                        <a:pt x="394" y="814"/>
                      </a:lnTo>
                      <a:lnTo>
                        <a:pt x="400" y="812"/>
                      </a:lnTo>
                      <a:lnTo>
                        <a:pt x="404" y="808"/>
                      </a:lnTo>
                      <a:lnTo>
                        <a:pt x="404" y="808"/>
                      </a:lnTo>
                      <a:lnTo>
                        <a:pt x="408" y="802"/>
                      </a:lnTo>
                      <a:lnTo>
                        <a:pt x="408" y="796"/>
                      </a:lnTo>
                      <a:lnTo>
                        <a:pt x="404" y="790"/>
                      </a:lnTo>
                      <a:lnTo>
                        <a:pt x="400" y="784"/>
                      </a:lnTo>
                      <a:lnTo>
                        <a:pt x="400" y="784"/>
                      </a:lnTo>
                      <a:lnTo>
                        <a:pt x="398" y="784"/>
                      </a:lnTo>
                      <a:lnTo>
                        <a:pt x="402" y="782"/>
                      </a:lnTo>
                      <a:lnTo>
                        <a:pt x="398" y="780"/>
                      </a:lnTo>
                      <a:lnTo>
                        <a:pt x="396" y="778"/>
                      </a:lnTo>
                      <a:lnTo>
                        <a:pt x="396" y="776"/>
                      </a:lnTo>
                      <a:lnTo>
                        <a:pt x="394" y="770"/>
                      </a:lnTo>
                      <a:lnTo>
                        <a:pt x="392" y="772"/>
                      </a:lnTo>
                      <a:lnTo>
                        <a:pt x="392" y="770"/>
                      </a:lnTo>
                      <a:lnTo>
                        <a:pt x="390" y="770"/>
                      </a:lnTo>
                      <a:lnTo>
                        <a:pt x="386" y="766"/>
                      </a:lnTo>
                      <a:lnTo>
                        <a:pt x="384" y="770"/>
                      </a:lnTo>
                      <a:lnTo>
                        <a:pt x="382" y="768"/>
                      </a:lnTo>
                      <a:lnTo>
                        <a:pt x="380" y="766"/>
                      </a:lnTo>
                      <a:lnTo>
                        <a:pt x="378" y="772"/>
                      </a:lnTo>
                      <a:lnTo>
                        <a:pt x="378" y="772"/>
                      </a:lnTo>
                      <a:lnTo>
                        <a:pt x="378" y="772"/>
                      </a:lnTo>
                      <a:lnTo>
                        <a:pt x="374" y="768"/>
                      </a:lnTo>
                      <a:lnTo>
                        <a:pt x="374" y="768"/>
                      </a:lnTo>
                      <a:lnTo>
                        <a:pt x="368" y="764"/>
                      </a:lnTo>
                      <a:lnTo>
                        <a:pt x="362" y="764"/>
                      </a:lnTo>
                      <a:lnTo>
                        <a:pt x="356" y="768"/>
                      </a:lnTo>
                      <a:lnTo>
                        <a:pt x="352" y="772"/>
                      </a:lnTo>
                      <a:lnTo>
                        <a:pt x="352" y="772"/>
                      </a:lnTo>
                      <a:lnTo>
                        <a:pt x="348" y="776"/>
                      </a:lnTo>
                      <a:lnTo>
                        <a:pt x="348" y="782"/>
                      </a:lnTo>
                      <a:lnTo>
                        <a:pt x="348" y="782"/>
                      </a:lnTo>
                      <a:lnTo>
                        <a:pt x="336" y="786"/>
                      </a:lnTo>
                      <a:lnTo>
                        <a:pt x="328" y="792"/>
                      </a:lnTo>
                      <a:lnTo>
                        <a:pt x="330" y="774"/>
                      </a:lnTo>
                      <a:lnTo>
                        <a:pt x="336" y="700"/>
                      </a:lnTo>
                      <a:lnTo>
                        <a:pt x="340" y="586"/>
                      </a:lnTo>
                      <a:lnTo>
                        <a:pt x="328" y="418"/>
                      </a:lnTo>
                      <a:lnTo>
                        <a:pt x="310" y="308"/>
                      </a:lnTo>
                      <a:lnTo>
                        <a:pt x="274" y="186"/>
                      </a:lnTo>
                      <a:lnTo>
                        <a:pt x="222" y="92"/>
                      </a:lnTo>
                      <a:lnTo>
                        <a:pt x="164" y="22"/>
                      </a:lnTo>
                      <a:lnTo>
                        <a:pt x="164" y="22"/>
                      </a:lnTo>
                      <a:lnTo>
                        <a:pt x="152" y="14"/>
                      </a:lnTo>
                      <a:lnTo>
                        <a:pt x="136" y="6"/>
                      </a:lnTo>
                      <a:lnTo>
                        <a:pt x="118" y="0"/>
                      </a:lnTo>
                      <a:lnTo>
                        <a:pt x="90" y="0"/>
                      </a:lnTo>
                      <a:lnTo>
                        <a:pt x="90" y="0"/>
                      </a:lnTo>
                      <a:lnTo>
                        <a:pt x="82" y="4"/>
                      </a:lnTo>
                      <a:lnTo>
                        <a:pt x="78" y="10"/>
                      </a:lnTo>
                      <a:lnTo>
                        <a:pt x="76" y="14"/>
                      </a:lnTo>
                      <a:lnTo>
                        <a:pt x="58" y="38"/>
                      </a:lnTo>
                      <a:lnTo>
                        <a:pt x="24" y="100"/>
                      </a:lnTo>
                      <a:lnTo>
                        <a:pt x="0" y="158"/>
                      </a:lnTo>
                      <a:lnTo>
                        <a:pt x="0" y="650"/>
                      </a:lnTo>
                      <a:lnTo>
                        <a:pt x="76" y="712"/>
                      </a:lnTo>
                      <a:lnTo>
                        <a:pt x="76" y="712"/>
                      </a:lnTo>
                      <a:lnTo>
                        <a:pt x="36" y="700"/>
                      </a:lnTo>
                      <a:lnTo>
                        <a:pt x="0" y="692"/>
                      </a:lnTo>
                      <a:lnTo>
                        <a:pt x="0" y="1108"/>
                      </a:lnTo>
                      <a:lnTo>
                        <a:pt x="0" y="1108"/>
                      </a:lnTo>
                      <a:lnTo>
                        <a:pt x="22" y="1096"/>
                      </a:lnTo>
                      <a:lnTo>
                        <a:pt x="22" y="1096"/>
                      </a:lnTo>
                      <a:lnTo>
                        <a:pt x="52" y="1080"/>
                      </a:lnTo>
                      <a:lnTo>
                        <a:pt x="84" y="1060"/>
                      </a:lnTo>
                      <a:lnTo>
                        <a:pt x="120" y="1036"/>
                      </a:lnTo>
                      <a:lnTo>
                        <a:pt x="120" y="1036"/>
                      </a:lnTo>
                      <a:lnTo>
                        <a:pt x="166" y="996"/>
                      </a:lnTo>
                      <a:lnTo>
                        <a:pt x="206" y="962"/>
                      </a:lnTo>
                      <a:lnTo>
                        <a:pt x="244" y="932"/>
                      </a:lnTo>
                      <a:lnTo>
                        <a:pt x="228" y="952"/>
                      </a:lnTo>
                      <a:lnTo>
                        <a:pt x="198" y="990"/>
                      </a:lnTo>
                      <a:lnTo>
                        <a:pt x="190" y="1004"/>
                      </a:lnTo>
                      <a:lnTo>
                        <a:pt x="172" y="1016"/>
                      </a:lnTo>
                      <a:lnTo>
                        <a:pt x="154" y="1044"/>
                      </a:lnTo>
                      <a:lnTo>
                        <a:pt x="148" y="1052"/>
                      </a:lnTo>
                      <a:lnTo>
                        <a:pt x="122" y="1090"/>
                      </a:lnTo>
                      <a:lnTo>
                        <a:pt x="126" y="1096"/>
                      </a:lnTo>
                      <a:lnTo>
                        <a:pt x="122" y="1102"/>
                      </a:lnTo>
                      <a:lnTo>
                        <a:pt x="112" y="1104"/>
                      </a:lnTo>
                      <a:lnTo>
                        <a:pt x="102" y="1124"/>
                      </a:lnTo>
                      <a:lnTo>
                        <a:pt x="80" y="1154"/>
                      </a:lnTo>
                      <a:lnTo>
                        <a:pt x="76" y="1188"/>
                      </a:lnTo>
                      <a:lnTo>
                        <a:pt x="84" y="1216"/>
                      </a:lnTo>
                      <a:lnTo>
                        <a:pt x="98" y="1200"/>
                      </a:lnTo>
                      <a:lnTo>
                        <a:pt x="88" y="1218"/>
                      </a:lnTo>
                      <a:lnTo>
                        <a:pt x="118" y="1216"/>
                      </a:lnTo>
                      <a:lnTo>
                        <a:pt x="146" y="1198"/>
                      </a:lnTo>
                      <a:lnTo>
                        <a:pt x="166" y="1168"/>
                      </a:lnTo>
                      <a:lnTo>
                        <a:pt x="180" y="1150"/>
                      </a:lnTo>
                      <a:lnTo>
                        <a:pt x="178" y="1142"/>
                      </a:lnTo>
                      <a:lnTo>
                        <a:pt x="182" y="1136"/>
                      </a:lnTo>
                      <a:lnTo>
                        <a:pt x="190" y="1136"/>
                      </a:lnTo>
                      <a:lnTo>
                        <a:pt x="216" y="1098"/>
                      </a:lnTo>
                      <a:lnTo>
                        <a:pt x="222" y="1090"/>
                      </a:lnTo>
                      <a:lnTo>
                        <a:pt x="240" y="1062"/>
                      </a:lnTo>
                      <a:lnTo>
                        <a:pt x="246" y="1042"/>
                      </a:lnTo>
                      <a:lnTo>
                        <a:pt x="256" y="1030"/>
                      </a:lnTo>
                      <a:lnTo>
                        <a:pt x="278" y="988"/>
                      </a:lnTo>
                      <a:lnTo>
                        <a:pt x="292" y="964"/>
                      </a:lnTo>
                      <a:lnTo>
                        <a:pt x="292" y="964"/>
                      </a:lnTo>
                      <a:lnTo>
                        <a:pt x="296" y="960"/>
                      </a:lnTo>
                      <a:lnTo>
                        <a:pt x="296" y="960"/>
                      </a:lnTo>
                      <a:lnTo>
                        <a:pt x="284" y="1004"/>
                      </a:lnTo>
                      <a:lnTo>
                        <a:pt x="266" y="1058"/>
                      </a:lnTo>
                      <a:lnTo>
                        <a:pt x="244" y="1120"/>
                      </a:lnTo>
                      <a:lnTo>
                        <a:pt x="244" y="1120"/>
                      </a:lnTo>
                      <a:lnTo>
                        <a:pt x="236" y="1162"/>
                      </a:lnTo>
                      <a:lnTo>
                        <a:pt x="228" y="1200"/>
                      </a:lnTo>
                      <a:lnTo>
                        <a:pt x="224" y="1234"/>
                      </a:lnTo>
                      <a:lnTo>
                        <a:pt x="224" y="1234"/>
                      </a:lnTo>
                      <a:lnTo>
                        <a:pt x="222" y="1260"/>
                      </a:lnTo>
                      <a:lnTo>
                        <a:pt x="222" y="1278"/>
                      </a:lnTo>
                      <a:lnTo>
                        <a:pt x="224" y="1294"/>
                      </a:lnTo>
                      <a:lnTo>
                        <a:pt x="232" y="1330"/>
                      </a:lnTo>
                      <a:lnTo>
                        <a:pt x="238" y="1346"/>
                      </a:lnTo>
                      <a:lnTo>
                        <a:pt x="246" y="1354"/>
                      </a:lnTo>
                      <a:lnTo>
                        <a:pt x="246" y="1354"/>
                      </a:lnTo>
                      <a:lnTo>
                        <a:pt x="248" y="1354"/>
                      </a:lnTo>
                      <a:lnTo>
                        <a:pt x="252" y="1356"/>
                      </a:lnTo>
                      <a:lnTo>
                        <a:pt x="258" y="1360"/>
                      </a:lnTo>
                      <a:lnTo>
                        <a:pt x="262" y="1368"/>
                      </a:lnTo>
                      <a:lnTo>
                        <a:pt x="262" y="1368"/>
                      </a:lnTo>
                      <a:lnTo>
                        <a:pt x="264" y="1372"/>
                      </a:lnTo>
                      <a:lnTo>
                        <a:pt x="266" y="1378"/>
                      </a:lnTo>
                      <a:lnTo>
                        <a:pt x="274" y="1384"/>
                      </a:lnTo>
                      <a:lnTo>
                        <a:pt x="282" y="1390"/>
                      </a:lnTo>
                      <a:lnTo>
                        <a:pt x="306" y="1388"/>
                      </a:lnTo>
                      <a:lnTo>
                        <a:pt x="326" y="1386"/>
                      </a:lnTo>
                      <a:lnTo>
                        <a:pt x="326" y="1386"/>
                      </a:lnTo>
                      <a:lnTo>
                        <a:pt x="338" y="1388"/>
                      </a:lnTo>
                      <a:lnTo>
                        <a:pt x="358" y="1392"/>
                      </a:lnTo>
                      <a:lnTo>
                        <a:pt x="382" y="1392"/>
                      </a:lnTo>
                      <a:lnTo>
                        <a:pt x="382" y="1392"/>
                      </a:lnTo>
                      <a:lnTo>
                        <a:pt x="388" y="1390"/>
                      </a:lnTo>
                      <a:lnTo>
                        <a:pt x="388" y="1390"/>
                      </a:lnTo>
                      <a:lnTo>
                        <a:pt x="400" y="1386"/>
                      </a:lnTo>
                      <a:lnTo>
                        <a:pt x="408" y="1386"/>
                      </a:lnTo>
                      <a:lnTo>
                        <a:pt x="412" y="1386"/>
                      </a:lnTo>
                      <a:lnTo>
                        <a:pt x="416" y="1388"/>
                      </a:lnTo>
                      <a:lnTo>
                        <a:pt x="416" y="1388"/>
                      </a:lnTo>
                      <a:lnTo>
                        <a:pt x="422" y="1390"/>
                      </a:lnTo>
                      <a:lnTo>
                        <a:pt x="428" y="1392"/>
                      </a:lnTo>
                      <a:lnTo>
                        <a:pt x="446" y="1392"/>
                      </a:lnTo>
                      <a:lnTo>
                        <a:pt x="446" y="1392"/>
                      </a:lnTo>
                      <a:lnTo>
                        <a:pt x="450" y="1392"/>
                      </a:lnTo>
                      <a:lnTo>
                        <a:pt x="450" y="1392"/>
                      </a:lnTo>
                      <a:lnTo>
                        <a:pt x="464" y="1386"/>
                      </a:lnTo>
                      <a:lnTo>
                        <a:pt x="472" y="1382"/>
                      </a:lnTo>
                      <a:lnTo>
                        <a:pt x="472" y="1382"/>
                      </a:lnTo>
                      <a:lnTo>
                        <a:pt x="474" y="1380"/>
                      </a:lnTo>
                      <a:lnTo>
                        <a:pt x="476" y="1378"/>
                      </a:lnTo>
                      <a:lnTo>
                        <a:pt x="484" y="1378"/>
                      </a:lnTo>
                      <a:lnTo>
                        <a:pt x="496" y="1380"/>
                      </a:lnTo>
                      <a:lnTo>
                        <a:pt x="496" y="1380"/>
                      </a:lnTo>
                      <a:lnTo>
                        <a:pt x="504" y="1380"/>
                      </a:lnTo>
                      <a:lnTo>
                        <a:pt x="510" y="1380"/>
                      </a:lnTo>
                      <a:lnTo>
                        <a:pt x="520" y="1378"/>
                      </a:lnTo>
                      <a:lnTo>
                        <a:pt x="526" y="1374"/>
                      </a:lnTo>
                      <a:lnTo>
                        <a:pt x="528" y="1372"/>
                      </a:lnTo>
                      <a:lnTo>
                        <a:pt x="554" y="1350"/>
                      </a:lnTo>
                      <a:lnTo>
                        <a:pt x="582" y="1336"/>
                      </a:lnTo>
                      <a:lnTo>
                        <a:pt x="598" y="1314"/>
                      </a:lnTo>
                      <a:lnTo>
                        <a:pt x="598" y="1314"/>
                      </a:lnTo>
                      <a:lnTo>
                        <a:pt x="606" y="1306"/>
                      </a:lnTo>
                      <a:lnTo>
                        <a:pt x="612" y="1300"/>
                      </a:lnTo>
                      <a:lnTo>
                        <a:pt x="616" y="1292"/>
                      </a:lnTo>
                      <a:lnTo>
                        <a:pt x="616" y="1292"/>
                      </a:lnTo>
                      <a:lnTo>
                        <a:pt x="624" y="1270"/>
                      </a:lnTo>
                      <a:lnTo>
                        <a:pt x="628" y="1254"/>
                      </a:lnTo>
                      <a:lnTo>
                        <a:pt x="630" y="1178"/>
                      </a:lnTo>
                      <a:lnTo>
                        <a:pt x="630" y="1178"/>
                      </a:lnTo>
                      <a:lnTo>
                        <a:pt x="614" y="1116"/>
                      </a:lnTo>
                      <a:lnTo>
                        <a:pt x="614" y="1116"/>
                      </a:lnTo>
                      <a:lnTo>
                        <a:pt x="608" y="1104"/>
                      </a:lnTo>
                      <a:lnTo>
                        <a:pt x="594" y="1086"/>
                      </a:lnTo>
                      <a:lnTo>
                        <a:pt x="562" y="1042"/>
                      </a:lnTo>
                      <a:lnTo>
                        <a:pt x="678" y="1106"/>
                      </a:lnTo>
                      <a:lnTo>
                        <a:pt x="714" y="1124"/>
                      </a:lnTo>
                      <a:lnTo>
                        <a:pt x="750" y="1142"/>
                      </a:lnTo>
                      <a:lnTo>
                        <a:pt x="782" y="1146"/>
                      </a:lnTo>
                      <a:lnTo>
                        <a:pt x="822" y="1140"/>
                      </a:lnTo>
                      <a:lnTo>
                        <a:pt x="866" y="1120"/>
                      </a:lnTo>
                      <a:lnTo>
                        <a:pt x="910" y="1090"/>
                      </a:lnTo>
                      <a:lnTo>
                        <a:pt x="936" y="1070"/>
                      </a:lnTo>
                      <a:lnTo>
                        <a:pt x="1000" y="1006"/>
                      </a:lnTo>
                      <a:lnTo>
                        <a:pt x="1044" y="966"/>
                      </a:lnTo>
                      <a:lnTo>
                        <a:pt x="1148" y="864"/>
                      </a:lnTo>
                      <a:lnTo>
                        <a:pt x="1194" y="808"/>
                      </a:lnTo>
                      <a:lnTo>
                        <a:pt x="1210" y="784"/>
                      </a:lnTo>
                      <a:lnTo>
                        <a:pt x="1210" y="784"/>
                      </a:lnTo>
                      <a:lnTo>
                        <a:pt x="1212" y="782"/>
                      </a:lnTo>
                      <a:lnTo>
                        <a:pt x="1216" y="776"/>
                      </a:lnTo>
                      <a:lnTo>
                        <a:pt x="1216" y="756"/>
                      </a:lnTo>
                      <a:close/>
                      <a:moveTo>
                        <a:pt x="382" y="776"/>
                      </a:moveTo>
                      <a:lnTo>
                        <a:pt x="382" y="776"/>
                      </a:lnTo>
                      <a:lnTo>
                        <a:pt x="382" y="776"/>
                      </a:lnTo>
                      <a:lnTo>
                        <a:pt x="382" y="776"/>
                      </a:lnTo>
                      <a:lnTo>
                        <a:pt x="382" y="776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5" name="Group 58"/>
              <p:cNvGrpSpPr>
                <a:grpSpLocks noChangeAspect="1"/>
              </p:cNvGrpSpPr>
              <p:nvPr/>
            </p:nvGrpSpPr>
            <p:grpSpPr>
              <a:xfrm>
                <a:off x="7366653" y="-16"/>
                <a:ext cx="1266631" cy="990597"/>
                <a:chOff x="5410249" y="5114925"/>
                <a:chExt cx="1558925" cy="1219200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1" name="Freeform 63"/>
                <p:cNvSpPr>
                  <a:spLocks/>
                </p:cNvSpPr>
                <p:nvPr/>
              </p:nvSpPr>
              <p:spPr bwMode="auto">
                <a:xfrm>
                  <a:off x="5819775" y="5114925"/>
                  <a:ext cx="228600" cy="231775"/>
                </a:xfrm>
                <a:custGeom>
                  <a:avLst/>
                  <a:gdLst>
                    <a:gd name="T0" fmla="*/ 144 w 144"/>
                    <a:gd name="T1" fmla="*/ 146 h 146"/>
                    <a:gd name="T2" fmla="*/ 144 w 144"/>
                    <a:gd name="T3" fmla="*/ 146 h 146"/>
                    <a:gd name="T4" fmla="*/ 144 w 144"/>
                    <a:gd name="T5" fmla="*/ 146 h 146"/>
                    <a:gd name="T6" fmla="*/ 144 w 144"/>
                    <a:gd name="T7" fmla="*/ 146 h 146"/>
                    <a:gd name="T8" fmla="*/ 132 w 144"/>
                    <a:gd name="T9" fmla="*/ 132 h 146"/>
                    <a:gd name="T10" fmla="*/ 32 w 144"/>
                    <a:gd name="T11" fmla="*/ 22 h 146"/>
                    <a:gd name="T12" fmla="*/ 32 w 144"/>
                    <a:gd name="T13" fmla="*/ 22 h 146"/>
                    <a:gd name="T14" fmla="*/ 18 w 144"/>
                    <a:gd name="T15" fmla="*/ 4 h 146"/>
                    <a:gd name="T16" fmla="*/ 18 w 144"/>
                    <a:gd name="T17" fmla="*/ 4 h 146"/>
                    <a:gd name="T18" fmla="*/ 12 w 144"/>
                    <a:gd name="T19" fmla="*/ 2 h 146"/>
                    <a:gd name="T20" fmla="*/ 8 w 144"/>
                    <a:gd name="T21" fmla="*/ 0 h 146"/>
                    <a:gd name="T22" fmla="*/ 8 w 144"/>
                    <a:gd name="T23" fmla="*/ 0 h 146"/>
                    <a:gd name="T24" fmla="*/ 0 w 144"/>
                    <a:gd name="T25" fmla="*/ 0 h 146"/>
                    <a:gd name="T26" fmla="*/ 0 w 144"/>
                    <a:gd name="T27" fmla="*/ 0 h 146"/>
                    <a:gd name="T28" fmla="*/ 6 w 144"/>
                    <a:gd name="T29" fmla="*/ 4 h 146"/>
                    <a:gd name="T30" fmla="*/ 6 w 144"/>
                    <a:gd name="T31" fmla="*/ 4 h 146"/>
                    <a:gd name="T32" fmla="*/ 22 w 144"/>
                    <a:gd name="T33" fmla="*/ 18 h 146"/>
                    <a:gd name="T34" fmla="*/ 130 w 144"/>
                    <a:gd name="T35" fmla="*/ 136 h 146"/>
                    <a:gd name="T36" fmla="*/ 130 w 144"/>
                    <a:gd name="T37" fmla="*/ 136 h 146"/>
                    <a:gd name="T38" fmla="*/ 144 w 144"/>
                    <a:gd name="T39" fmla="*/ 146 h 146"/>
                    <a:gd name="T40" fmla="*/ 144 w 144"/>
                    <a:gd name="T41" fmla="*/ 146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44" h="146">
                      <a:moveTo>
                        <a:pt x="144" y="146"/>
                      </a:moveTo>
                      <a:lnTo>
                        <a:pt x="144" y="146"/>
                      </a:lnTo>
                      <a:lnTo>
                        <a:pt x="144" y="146"/>
                      </a:lnTo>
                      <a:lnTo>
                        <a:pt x="144" y="146"/>
                      </a:lnTo>
                      <a:lnTo>
                        <a:pt x="132" y="132"/>
                      </a:lnTo>
                      <a:lnTo>
                        <a:pt x="32" y="22"/>
                      </a:lnTo>
                      <a:lnTo>
                        <a:pt x="32" y="22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2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6" y="4"/>
                      </a:lnTo>
                      <a:lnTo>
                        <a:pt x="6" y="4"/>
                      </a:lnTo>
                      <a:lnTo>
                        <a:pt x="22" y="18"/>
                      </a:lnTo>
                      <a:lnTo>
                        <a:pt x="130" y="136"/>
                      </a:lnTo>
                      <a:lnTo>
                        <a:pt x="130" y="136"/>
                      </a:lnTo>
                      <a:lnTo>
                        <a:pt x="144" y="146"/>
                      </a:lnTo>
                      <a:lnTo>
                        <a:pt x="144" y="1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Freeform 64"/>
                <p:cNvSpPr>
                  <a:spLocks/>
                </p:cNvSpPr>
                <p:nvPr/>
              </p:nvSpPr>
              <p:spPr bwMode="auto">
                <a:xfrm>
                  <a:off x="6051550" y="53530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Freeform 65"/>
                <p:cNvSpPr>
                  <a:spLocks/>
                </p:cNvSpPr>
                <p:nvPr/>
              </p:nvSpPr>
              <p:spPr bwMode="auto">
                <a:xfrm>
                  <a:off x="6061075" y="5114925"/>
                  <a:ext cx="104775" cy="228600"/>
                </a:xfrm>
                <a:custGeom>
                  <a:avLst/>
                  <a:gdLst>
                    <a:gd name="T0" fmla="*/ 2 w 66"/>
                    <a:gd name="T1" fmla="*/ 144 h 144"/>
                    <a:gd name="T2" fmla="*/ 2 w 66"/>
                    <a:gd name="T3" fmla="*/ 144 h 144"/>
                    <a:gd name="T4" fmla="*/ 10 w 66"/>
                    <a:gd name="T5" fmla="*/ 130 h 144"/>
                    <a:gd name="T6" fmla="*/ 62 w 66"/>
                    <a:gd name="T7" fmla="*/ 14 h 144"/>
                    <a:gd name="T8" fmla="*/ 62 w 66"/>
                    <a:gd name="T9" fmla="*/ 14 h 144"/>
                    <a:gd name="T10" fmla="*/ 66 w 66"/>
                    <a:gd name="T11" fmla="*/ 4 h 144"/>
                    <a:gd name="T12" fmla="*/ 66 w 66"/>
                    <a:gd name="T13" fmla="*/ 2 h 144"/>
                    <a:gd name="T14" fmla="*/ 66 w 66"/>
                    <a:gd name="T15" fmla="*/ 0 h 144"/>
                    <a:gd name="T16" fmla="*/ 66 w 66"/>
                    <a:gd name="T17" fmla="*/ 0 h 144"/>
                    <a:gd name="T18" fmla="*/ 62 w 66"/>
                    <a:gd name="T19" fmla="*/ 4 h 144"/>
                    <a:gd name="T20" fmla="*/ 56 w 66"/>
                    <a:gd name="T21" fmla="*/ 14 h 144"/>
                    <a:gd name="T22" fmla="*/ 6 w 66"/>
                    <a:gd name="T23" fmla="*/ 128 h 144"/>
                    <a:gd name="T24" fmla="*/ 6 w 66"/>
                    <a:gd name="T25" fmla="*/ 128 h 144"/>
                    <a:gd name="T26" fmla="*/ 0 w 66"/>
                    <a:gd name="T27" fmla="*/ 144 h 144"/>
                    <a:gd name="T28" fmla="*/ 0 w 66"/>
                    <a:gd name="T29" fmla="*/ 144 h 144"/>
                    <a:gd name="T30" fmla="*/ 0 w 66"/>
                    <a:gd name="T31" fmla="*/ 144 h 144"/>
                    <a:gd name="T32" fmla="*/ 0 w 66"/>
                    <a:gd name="T33" fmla="*/ 144 h 144"/>
                    <a:gd name="T34" fmla="*/ 2 w 66"/>
                    <a:gd name="T35" fmla="*/ 144 h 144"/>
                    <a:gd name="T36" fmla="*/ 2 w 66"/>
                    <a:gd name="T37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6" h="144">
                      <a:moveTo>
                        <a:pt x="2" y="144"/>
                      </a:moveTo>
                      <a:lnTo>
                        <a:pt x="2" y="144"/>
                      </a:lnTo>
                      <a:lnTo>
                        <a:pt x="10" y="130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6" y="4"/>
                      </a:lnTo>
                      <a:lnTo>
                        <a:pt x="66" y="2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62" y="4"/>
                      </a:lnTo>
                      <a:lnTo>
                        <a:pt x="56" y="14"/>
                      </a:lnTo>
                      <a:lnTo>
                        <a:pt x="6" y="128"/>
                      </a:lnTo>
                      <a:lnTo>
                        <a:pt x="6" y="128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2" y="144"/>
                      </a:lnTo>
                      <a:lnTo>
                        <a:pt x="2" y="1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Freeform 66"/>
                <p:cNvSpPr>
                  <a:spLocks noEditPoints="1"/>
                </p:cNvSpPr>
                <p:nvPr/>
              </p:nvSpPr>
              <p:spPr bwMode="auto">
                <a:xfrm>
                  <a:off x="5410249" y="5114925"/>
                  <a:ext cx="1558925" cy="1219200"/>
                </a:xfrm>
                <a:custGeom>
                  <a:avLst/>
                  <a:gdLst>
                    <a:gd name="T0" fmla="*/ 604 w 982"/>
                    <a:gd name="T1" fmla="*/ 146 h 768"/>
                    <a:gd name="T2" fmla="*/ 588 w 982"/>
                    <a:gd name="T3" fmla="*/ 156 h 768"/>
                    <a:gd name="T4" fmla="*/ 572 w 982"/>
                    <a:gd name="T5" fmla="*/ 144 h 768"/>
                    <a:gd name="T6" fmla="*/ 560 w 982"/>
                    <a:gd name="T7" fmla="*/ 146 h 768"/>
                    <a:gd name="T8" fmla="*/ 550 w 982"/>
                    <a:gd name="T9" fmla="*/ 152 h 768"/>
                    <a:gd name="T10" fmla="*/ 542 w 982"/>
                    <a:gd name="T11" fmla="*/ 182 h 768"/>
                    <a:gd name="T12" fmla="*/ 346 w 982"/>
                    <a:gd name="T13" fmla="*/ 0 h 768"/>
                    <a:gd name="T14" fmla="*/ 44 w 982"/>
                    <a:gd name="T15" fmla="*/ 62 h 768"/>
                    <a:gd name="T16" fmla="*/ 76 w 982"/>
                    <a:gd name="T17" fmla="*/ 92 h 768"/>
                    <a:gd name="T18" fmla="*/ 110 w 982"/>
                    <a:gd name="T19" fmla="*/ 124 h 768"/>
                    <a:gd name="T20" fmla="*/ 126 w 982"/>
                    <a:gd name="T21" fmla="*/ 160 h 768"/>
                    <a:gd name="T22" fmla="*/ 146 w 982"/>
                    <a:gd name="T23" fmla="*/ 188 h 768"/>
                    <a:gd name="T24" fmla="*/ 166 w 982"/>
                    <a:gd name="T25" fmla="*/ 220 h 768"/>
                    <a:gd name="T26" fmla="*/ 206 w 982"/>
                    <a:gd name="T27" fmla="*/ 270 h 768"/>
                    <a:gd name="T28" fmla="*/ 322 w 982"/>
                    <a:gd name="T29" fmla="*/ 280 h 768"/>
                    <a:gd name="T30" fmla="*/ 294 w 982"/>
                    <a:gd name="T31" fmla="*/ 348 h 768"/>
                    <a:gd name="T32" fmla="*/ 256 w 982"/>
                    <a:gd name="T33" fmla="*/ 484 h 768"/>
                    <a:gd name="T34" fmla="*/ 282 w 982"/>
                    <a:gd name="T35" fmla="*/ 514 h 768"/>
                    <a:gd name="T36" fmla="*/ 312 w 982"/>
                    <a:gd name="T37" fmla="*/ 550 h 768"/>
                    <a:gd name="T38" fmla="*/ 330 w 982"/>
                    <a:gd name="T39" fmla="*/ 570 h 768"/>
                    <a:gd name="T40" fmla="*/ 350 w 982"/>
                    <a:gd name="T41" fmla="*/ 598 h 768"/>
                    <a:gd name="T42" fmla="*/ 378 w 982"/>
                    <a:gd name="T43" fmla="*/ 616 h 768"/>
                    <a:gd name="T44" fmla="*/ 354 w 982"/>
                    <a:gd name="T45" fmla="*/ 684 h 768"/>
                    <a:gd name="T46" fmla="*/ 338 w 982"/>
                    <a:gd name="T47" fmla="*/ 754 h 768"/>
                    <a:gd name="T48" fmla="*/ 378 w 982"/>
                    <a:gd name="T49" fmla="*/ 758 h 768"/>
                    <a:gd name="T50" fmla="*/ 414 w 982"/>
                    <a:gd name="T51" fmla="*/ 660 h 768"/>
                    <a:gd name="T52" fmla="*/ 456 w 982"/>
                    <a:gd name="T53" fmla="*/ 662 h 768"/>
                    <a:gd name="T54" fmla="*/ 474 w 982"/>
                    <a:gd name="T55" fmla="*/ 652 h 768"/>
                    <a:gd name="T56" fmla="*/ 504 w 982"/>
                    <a:gd name="T57" fmla="*/ 652 h 768"/>
                    <a:gd name="T58" fmla="*/ 530 w 982"/>
                    <a:gd name="T59" fmla="*/ 582 h 768"/>
                    <a:gd name="T60" fmla="*/ 560 w 982"/>
                    <a:gd name="T61" fmla="*/ 332 h 768"/>
                    <a:gd name="T62" fmla="*/ 568 w 982"/>
                    <a:gd name="T63" fmla="*/ 306 h 768"/>
                    <a:gd name="T64" fmla="*/ 586 w 982"/>
                    <a:gd name="T65" fmla="*/ 428 h 768"/>
                    <a:gd name="T66" fmla="*/ 636 w 982"/>
                    <a:gd name="T67" fmla="*/ 484 h 768"/>
                    <a:gd name="T68" fmla="*/ 628 w 982"/>
                    <a:gd name="T69" fmla="*/ 376 h 768"/>
                    <a:gd name="T70" fmla="*/ 612 w 982"/>
                    <a:gd name="T71" fmla="*/ 288 h 768"/>
                    <a:gd name="T72" fmla="*/ 678 w 982"/>
                    <a:gd name="T73" fmla="*/ 454 h 768"/>
                    <a:gd name="T74" fmla="*/ 762 w 982"/>
                    <a:gd name="T75" fmla="*/ 592 h 768"/>
                    <a:gd name="T76" fmla="*/ 790 w 982"/>
                    <a:gd name="T77" fmla="*/ 602 h 768"/>
                    <a:gd name="T78" fmla="*/ 820 w 982"/>
                    <a:gd name="T79" fmla="*/ 598 h 768"/>
                    <a:gd name="T80" fmla="*/ 842 w 982"/>
                    <a:gd name="T81" fmla="*/ 590 h 768"/>
                    <a:gd name="T82" fmla="*/ 886 w 982"/>
                    <a:gd name="T83" fmla="*/ 598 h 768"/>
                    <a:gd name="T84" fmla="*/ 958 w 982"/>
                    <a:gd name="T85" fmla="*/ 668 h 768"/>
                    <a:gd name="T86" fmla="*/ 964 w 982"/>
                    <a:gd name="T87" fmla="*/ 616 h 768"/>
                    <a:gd name="T88" fmla="*/ 920 w 982"/>
                    <a:gd name="T89" fmla="*/ 576 h 768"/>
                    <a:gd name="T90" fmla="*/ 894 w 982"/>
                    <a:gd name="T91" fmla="*/ 516 h 768"/>
                    <a:gd name="T92" fmla="*/ 920 w 982"/>
                    <a:gd name="T93" fmla="*/ 500 h 768"/>
                    <a:gd name="T94" fmla="*/ 920 w 982"/>
                    <a:gd name="T95" fmla="*/ 460 h 768"/>
                    <a:gd name="T96" fmla="*/ 950 w 982"/>
                    <a:gd name="T97" fmla="*/ 436 h 768"/>
                    <a:gd name="T98" fmla="*/ 956 w 982"/>
                    <a:gd name="T99" fmla="*/ 388 h 768"/>
                    <a:gd name="T100" fmla="*/ 934 w 982"/>
                    <a:gd name="T101" fmla="*/ 318 h 768"/>
                    <a:gd name="T102" fmla="*/ 866 w 982"/>
                    <a:gd name="T103" fmla="*/ 238 h 768"/>
                    <a:gd name="T104" fmla="*/ 914 w 982"/>
                    <a:gd name="T105" fmla="*/ 178 h 768"/>
                    <a:gd name="T106" fmla="*/ 958 w 982"/>
                    <a:gd name="T107" fmla="*/ 118 h 768"/>
                    <a:gd name="T108" fmla="*/ 970 w 982"/>
                    <a:gd name="T109" fmla="*/ 78 h 768"/>
                    <a:gd name="T110" fmla="*/ 970 w 982"/>
                    <a:gd name="T111" fmla="*/ 38 h 768"/>
                    <a:gd name="T112" fmla="*/ 978 w 982"/>
                    <a:gd name="T113" fmla="*/ 14 h 768"/>
                    <a:gd name="T114" fmla="*/ 562 w 982"/>
                    <a:gd name="T115" fmla="*/ 150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982" h="768">
                      <a:moveTo>
                        <a:pt x="676" y="0"/>
                      </a:moveTo>
                      <a:lnTo>
                        <a:pt x="676" y="0"/>
                      </a:lnTo>
                      <a:lnTo>
                        <a:pt x="666" y="14"/>
                      </a:lnTo>
                      <a:lnTo>
                        <a:pt x="666" y="14"/>
                      </a:lnTo>
                      <a:lnTo>
                        <a:pt x="654" y="36"/>
                      </a:lnTo>
                      <a:lnTo>
                        <a:pt x="642" y="58"/>
                      </a:lnTo>
                      <a:lnTo>
                        <a:pt x="620" y="104"/>
                      </a:lnTo>
                      <a:lnTo>
                        <a:pt x="604" y="146"/>
                      </a:lnTo>
                      <a:lnTo>
                        <a:pt x="594" y="174"/>
                      </a:lnTo>
                      <a:lnTo>
                        <a:pt x="594" y="174"/>
                      </a:lnTo>
                      <a:lnTo>
                        <a:pt x="592" y="170"/>
                      </a:lnTo>
                      <a:lnTo>
                        <a:pt x="586" y="164"/>
                      </a:lnTo>
                      <a:lnTo>
                        <a:pt x="586" y="164"/>
                      </a:lnTo>
                      <a:lnTo>
                        <a:pt x="588" y="160"/>
                      </a:lnTo>
                      <a:lnTo>
                        <a:pt x="588" y="156"/>
                      </a:lnTo>
                      <a:lnTo>
                        <a:pt x="588" y="156"/>
                      </a:lnTo>
                      <a:lnTo>
                        <a:pt x="586" y="152"/>
                      </a:lnTo>
                      <a:lnTo>
                        <a:pt x="582" y="148"/>
                      </a:lnTo>
                      <a:lnTo>
                        <a:pt x="580" y="146"/>
                      </a:lnTo>
                      <a:lnTo>
                        <a:pt x="574" y="146"/>
                      </a:lnTo>
                      <a:lnTo>
                        <a:pt x="574" y="146"/>
                      </a:lnTo>
                      <a:lnTo>
                        <a:pt x="574" y="146"/>
                      </a:lnTo>
                      <a:lnTo>
                        <a:pt x="574" y="144"/>
                      </a:lnTo>
                      <a:lnTo>
                        <a:pt x="572" y="144"/>
                      </a:lnTo>
                      <a:lnTo>
                        <a:pt x="568" y="144"/>
                      </a:lnTo>
                      <a:lnTo>
                        <a:pt x="568" y="144"/>
                      </a:lnTo>
                      <a:lnTo>
                        <a:pt x="564" y="142"/>
                      </a:lnTo>
                      <a:lnTo>
                        <a:pt x="564" y="144"/>
                      </a:lnTo>
                      <a:lnTo>
                        <a:pt x="564" y="142"/>
                      </a:lnTo>
                      <a:lnTo>
                        <a:pt x="562" y="144"/>
                      </a:lnTo>
                      <a:lnTo>
                        <a:pt x="560" y="144"/>
                      </a:lnTo>
                      <a:lnTo>
                        <a:pt x="560" y="146"/>
                      </a:lnTo>
                      <a:lnTo>
                        <a:pt x="558" y="146"/>
                      </a:lnTo>
                      <a:lnTo>
                        <a:pt x="556" y="148"/>
                      </a:lnTo>
                      <a:lnTo>
                        <a:pt x="558" y="150"/>
                      </a:lnTo>
                      <a:lnTo>
                        <a:pt x="558" y="150"/>
                      </a:lnTo>
                      <a:lnTo>
                        <a:pt x="558" y="150"/>
                      </a:lnTo>
                      <a:lnTo>
                        <a:pt x="554" y="150"/>
                      </a:lnTo>
                      <a:lnTo>
                        <a:pt x="554" y="150"/>
                      </a:lnTo>
                      <a:lnTo>
                        <a:pt x="550" y="152"/>
                      </a:lnTo>
                      <a:lnTo>
                        <a:pt x="546" y="154"/>
                      </a:lnTo>
                      <a:lnTo>
                        <a:pt x="544" y="158"/>
                      </a:lnTo>
                      <a:lnTo>
                        <a:pt x="544" y="162"/>
                      </a:lnTo>
                      <a:lnTo>
                        <a:pt x="544" y="162"/>
                      </a:lnTo>
                      <a:lnTo>
                        <a:pt x="548" y="168"/>
                      </a:lnTo>
                      <a:lnTo>
                        <a:pt x="548" y="168"/>
                      </a:lnTo>
                      <a:lnTo>
                        <a:pt x="542" y="182"/>
                      </a:lnTo>
                      <a:lnTo>
                        <a:pt x="542" y="182"/>
                      </a:lnTo>
                      <a:lnTo>
                        <a:pt x="522" y="158"/>
                      </a:lnTo>
                      <a:lnTo>
                        <a:pt x="494" y="124"/>
                      </a:lnTo>
                      <a:lnTo>
                        <a:pt x="460" y="88"/>
                      </a:lnTo>
                      <a:lnTo>
                        <a:pt x="442" y="70"/>
                      </a:lnTo>
                      <a:lnTo>
                        <a:pt x="424" y="54"/>
                      </a:lnTo>
                      <a:lnTo>
                        <a:pt x="424" y="54"/>
                      </a:lnTo>
                      <a:lnTo>
                        <a:pt x="384" y="26"/>
                      </a:lnTo>
                      <a:lnTo>
                        <a:pt x="346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10" y="28"/>
                      </a:lnTo>
                      <a:lnTo>
                        <a:pt x="24" y="48"/>
                      </a:lnTo>
                      <a:lnTo>
                        <a:pt x="24" y="48"/>
                      </a:lnTo>
                      <a:lnTo>
                        <a:pt x="32" y="54"/>
                      </a:lnTo>
                      <a:lnTo>
                        <a:pt x="38" y="60"/>
                      </a:lnTo>
                      <a:lnTo>
                        <a:pt x="44" y="62"/>
                      </a:lnTo>
                      <a:lnTo>
                        <a:pt x="44" y="62"/>
                      </a:lnTo>
                      <a:lnTo>
                        <a:pt x="48" y="66"/>
                      </a:lnTo>
                      <a:lnTo>
                        <a:pt x="52" y="70"/>
                      </a:lnTo>
                      <a:lnTo>
                        <a:pt x="56" y="76"/>
                      </a:lnTo>
                      <a:lnTo>
                        <a:pt x="56" y="76"/>
                      </a:lnTo>
                      <a:lnTo>
                        <a:pt x="62" y="82"/>
                      </a:lnTo>
                      <a:lnTo>
                        <a:pt x="68" y="88"/>
                      </a:lnTo>
                      <a:lnTo>
                        <a:pt x="76" y="92"/>
                      </a:lnTo>
                      <a:lnTo>
                        <a:pt x="76" y="92"/>
                      </a:lnTo>
                      <a:lnTo>
                        <a:pt x="84" y="96"/>
                      </a:lnTo>
                      <a:lnTo>
                        <a:pt x="92" y="102"/>
                      </a:lnTo>
                      <a:lnTo>
                        <a:pt x="98" y="108"/>
                      </a:lnTo>
                      <a:lnTo>
                        <a:pt x="100" y="112"/>
                      </a:lnTo>
                      <a:lnTo>
                        <a:pt x="100" y="112"/>
                      </a:lnTo>
                      <a:lnTo>
                        <a:pt x="104" y="118"/>
                      </a:lnTo>
                      <a:lnTo>
                        <a:pt x="110" y="124"/>
                      </a:lnTo>
                      <a:lnTo>
                        <a:pt x="120" y="132"/>
                      </a:lnTo>
                      <a:lnTo>
                        <a:pt x="120" y="132"/>
                      </a:lnTo>
                      <a:lnTo>
                        <a:pt x="126" y="142"/>
                      </a:lnTo>
                      <a:lnTo>
                        <a:pt x="128" y="152"/>
                      </a:lnTo>
                      <a:lnTo>
                        <a:pt x="128" y="154"/>
                      </a:lnTo>
                      <a:lnTo>
                        <a:pt x="128" y="158"/>
                      </a:lnTo>
                      <a:lnTo>
                        <a:pt x="128" y="158"/>
                      </a:lnTo>
                      <a:lnTo>
                        <a:pt x="126" y="160"/>
                      </a:lnTo>
                      <a:lnTo>
                        <a:pt x="128" y="162"/>
                      </a:lnTo>
                      <a:lnTo>
                        <a:pt x="132" y="166"/>
                      </a:lnTo>
                      <a:lnTo>
                        <a:pt x="138" y="170"/>
                      </a:lnTo>
                      <a:lnTo>
                        <a:pt x="138" y="170"/>
                      </a:lnTo>
                      <a:lnTo>
                        <a:pt x="144" y="176"/>
                      </a:lnTo>
                      <a:lnTo>
                        <a:pt x="146" y="182"/>
                      </a:lnTo>
                      <a:lnTo>
                        <a:pt x="146" y="184"/>
                      </a:lnTo>
                      <a:lnTo>
                        <a:pt x="146" y="188"/>
                      </a:lnTo>
                      <a:lnTo>
                        <a:pt x="146" y="188"/>
                      </a:lnTo>
                      <a:lnTo>
                        <a:pt x="146" y="192"/>
                      </a:lnTo>
                      <a:lnTo>
                        <a:pt x="146" y="196"/>
                      </a:lnTo>
                      <a:lnTo>
                        <a:pt x="150" y="206"/>
                      </a:lnTo>
                      <a:lnTo>
                        <a:pt x="156" y="214"/>
                      </a:lnTo>
                      <a:lnTo>
                        <a:pt x="162" y="218"/>
                      </a:lnTo>
                      <a:lnTo>
                        <a:pt x="162" y="218"/>
                      </a:lnTo>
                      <a:lnTo>
                        <a:pt x="166" y="220"/>
                      </a:lnTo>
                      <a:lnTo>
                        <a:pt x="170" y="226"/>
                      </a:lnTo>
                      <a:lnTo>
                        <a:pt x="172" y="234"/>
                      </a:lnTo>
                      <a:lnTo>
                        <a:pt x="172" y="234"/>
                      </a:lnTo>
                      <a:lnTo>
                        <a:pt x="176" y="240"/>
                      </a:lnTo>
                      <a:lnTo>
                        <a:pt x="182" y="248"/>
                      </a:lnTo>
                      <a:lnTo>
                        <a:pt x="192" y="256"/>
                      </a:lnTo>
                      <a:lnTo>
                        <a:pt x="192" y="256"/>
                      </a:lnTo>
                      <a:lnTo>
                        <a:pt x="206" y="270"/>
                      </a:lnTo>
                      <a:lnTo>
                        <a:pt x="216" y="280"/>
                      </a:lnTo>
                      <a:lnTo>
                        <a:pt x="216" y="280"/>
                      </a:lnTo>
                      <a:lnTo>
                        <a:pt x="222" y="284"/>
                      </a:lnTo>
                      <a:lnTo>
                        <a:pt x="232" y="286"/>
                      </a:lnTo>
                      <a:lnTo>
                        <a:pt x="242" y="290"/>
                      </a:lnTo>
                      <a:lnTo>
                        <a:pt x="270" y="288"/>
                      </a:lnTo>
                      <a:lnTo>
                        <a:pt x="296" y="284"/>
                      </a:lnTo>
                      <a:lnTo>
                        <a:pt x="322" y="280"/>
                      </a:lnTo>
                      <a:lnTo>
                        <a:pt x="358" y="276"/>
                      </a:lnTo>
                      <a:lnTo>
                        <a:pt x="368" y="276"/>
                      </a:lnTo>
                      <a:lnTo>
                        <a:pt x="368" y="276"/>
                      </a:lnTo>
                      <a:lnTo>
                        <a:pt x="320" y="316"/>
                      </a:lnTo>
                      <a:lnTo>
                        <a:pt x="308" y="330"/>
                      </a:lnTo>
                      <a:lnTo>
                        <a:pt x="300" y="340"/>
                      </a:lnTo>
                      <a:lnTo>
                        <a:pt x="296" y="346"/>
                      </a:lnTo>
                      <a:lnTo>
                        <a:pt x="294" y="348"/>
                      </a:lnTo>
                      <a:lnTo>
                        <a:pt x="294" y="350"/>
                      </a:lnTo>
                      <a:lnTo>
                        <a:pt x="266" y="412"/>
                      </a:lnTo>
                      <a:lnTo>
                        <a:pt x="270" y="420"/>
                      </a:lnTo>
                      <a:lnTo>
                        <a:pt x="270" y="428"/>
                      </a:lnTo>
                      <a:lnTo>
                        <a:pt x="264" y="446"/>
                      </a:lnTo>
                      <a:lnTo>
                        <a:pt x="258" y="460"/>
                      </a:lnTo>
                      <a:lnTo>
                        <a:pt x="256" y="484"/>
                      </a:lnTo>
                      <a:lnTo>
                        <a:pt x="256" y="484"/>
                      </a:lnTo>
                      <a:lnTo>
                        <a:pt x="260" y="492"/>
                      </a:lnTo>
                      <a:lnTo>
                        <a:pt x="264" y="498"/>
                      </a:lnTo>
                      <a:lnTo>
                        <a:pt x="268" y="500"/>
                      </a:lnTo>
                      <a:lnTo>
                        <a:pt x="272" y="502"/>
                      </a:lnTo>
                      <a:lnTo>
                        <a:pt x="272" y="502"/>
                      </a:lnTo>
                      <a:lnTo>
                        <a:pt x="276" y="504"/>
                      </a:lnTo>
                      <a:lnTo>
                        <a:pt x="278" y="506"/>
                      </a:lnTo>
                      <a:lnTo>
                        <a:pt x="282" y="514"/>
                      </a:lnTo>
                      <a:lnTo>
                        <a:pt x="282" y="524"/>
                      </a:lnTo>
                      <a:lnTo>
                        <a:pt x="286" y="540"/>
                      </a:lnTo>
                      <a:lnTo>
                        <a:pt x="286" y="540"/>
                      </a:lnTo>
                      <a:lnTo>
                        <a:pt x="288" y="542"/>
                      </a:lnTo>
                      <a:lnTo>
                        <a:pt x="292" y="546"/>
                      </a:lnTo>
                      <a:lnTo>
                        <a:pt x="300" y="550"/>
                      </a:lnTo>
                      <a:lnTo>
                        <a:pt x="306" y="550"/>
                      </a:lnTo>
                      <a:lnTo>
                        <a:pt x="312" y="550"/>
                      </a:lnTo>
                      <a:lnTo>
                        <a:pt x="312" y="550"/>
                      </a:lnTo>
                      <a:lnTo>
                        <a:pt x="318" y="550"/>
                      </a:lnTo>
                      <a:lnTo>
                        <a:pt x="322" y="552"/>
                      </a:lnTo>
                      <a:lnTo>
                        <a:pt x="326" y="554"/>
                      </a:lnTo>
                      <a:lnTo>
                        <a:pt x="328" y="558"/>
                      </a:lnTo>
                      <a:lnTo>
                        <a:pt x="330" y="566"/>
                      </a:lnTo>
                      <a:lnTo>
                        <a:pt x="330" y="570"/>
                      </a:lnTo>
                      <a:lnTo>
                        <a:pt x="330" y="570"/>
                      </a:lnTo>
                      <a:lnTo>
                        <a:pt x="332" y="580"/>
                      </a:lnTo>
                      <a:lnTo>
                        <a:pt x="334" y="588"/>
                      </a:lnTo>
                      <a:lnTo>
                        <a:pt x="336" y="594"/>
                      </a:lnTo>
                      <a:lnTo>
                        <a:pt x="336" y="594"/>
                      </a:lnTo>
                      <a:lnTo>
                        <a:pt x="340" y="598"/>
                      </a:lnTo>
                      <a:lnTo>
                        <a:pt x="344" y="598"/>
                      </a:lnTo>
                      <a:lnTo>
                        <a:pt x="350" y="598"/>
                      </a:lnTo>
                      <a:lnTo>
                        <a:pt x="350" y="598"/>
                      </a:lnTo>
                      <a:lnTo>
                        <a:pt x="358" y="598"/>
                      </a:lnTo>
                      <a:lnTo>
                        <a:pt x="364" y="598"/>
                      </a:lnTo>
                      <a:lnTo>
                        <a:pt x="370" y="600"/>
                      </a:lnTo>
                      <a:lnTo>
                        <a:pt x="372" y="604"/>
                      </a:lnTo>
                      <a:lnTo>
                        <a:pt x="372" y="604"/>
                      </a:lnTo>
                      <a:lnTo>
                        <a:pt x="374" y="608"/>
                      </a:lnTo>
                      <a:lnTo>
                        <a:pt x="378" y="612"/>
                      </a:lnTo>
                      <a:lnTo>
                        <a:pt x="378" y="616"/>
                      </a:lnTo>
                      <a:lnTo>
                        <a:pt x="380" y="622"/>
                      </a:lnTo>
                      <a:lnTo>
                        <a:pt x="378" y="628"/>
                      </a:lnTo>
                      <a:lnTo>
                        <a:pt x="376" y="636"/>
                      </a:lnTo>
                      <a:lnTo>
                        <a:pt x="376" y="636"/>
                      </a:lnTo>
                      <a:lnTo>
                        <a:pt x="364" y="668"/>
                      </a:lnTo>
                      <a:lnTo>
                        <a:pt x="360" y="680"/>
                      </a:lnTo>
                      <a:lnTo>
                        <a:pt x="354" y="684"/>
                      </a:lnTo>
                      <a:lnTo>
                        <a:pt x="354" y="684"/>
                      </a:lnTo>
                      <a:lnTo>
                        <a:pt x="348" y="692"/>
                      </a:lnTo>
                      <a:lnTo>
                        <a:pt x="344" y="702"/>
                      </a:lnTo>
                      <a:lnTo>
                        <a:pt x="338" y="716"/>
                      </a:lnTo>
                      <a:lnTo>
                        <a:pt x="338" y="716"/>
                      </a:lnTo>
                      <a:lnTo>
                        <a:pt x="336" y="720"/>
                      </a:lnTo>
                      <a:lnTo>
                        <a:pt x="334" y="734"/>
                      </a:lnTo>
                      <a:lnTo>
                        <a:pt x="336" y="748"/>
                      </a:lnTo>
                      <a:lnTo>
                        <a:pt x="338" y="754"/>
                      </a:lnTo>
                      <a:lnTo>
                        <a:pt x="342" y="760"/>
                      </a:lnTo>
                      <a:lnTo>
                        <a:pt x="342" y="760"/>
                      </a:lnTo>
                      <a:lnTo>
                        <a:pt x="348" y="764"/>
                      </a:lnTo>
                      <a:lnTo>
                        <a:pt x="356" y="768"/>
                      </a:lnTo>
                      <a:lnTo>
                        <a:pt x="364" y="768"/>
                      </a:lnTo>
                      <a:lnTo>
                        <a:pt x="364" y="768"/>
                      </a:lnTo>
                      <a:lnTo>
                        <a:pt x="372" y="764"/>
                      </a:lnTo>
                      <a:lnTo>
                        <a:pt x="378" y="758"/>
                      </a:lnTo>
                      <a:lnTo>
                        <a:pt x="386" y="746"/>
                      </a:lnTo>
                      <a:lnTo>
                        <a:pt x="390" y="730"/>
                      </a:lnTo>
                      <a:lnTo>
                        <a:pt x="390" y="730"/>
                      </a:lnTo>
                      <a:lnTo>
                        <a:pt x="398" y="700"/>
                      </a:lnTo>
                      <a:lnTo>
                        <a:pt x="406" y="678"/>
                      </a:lnTo>
                      <a:lnTo>
                        <a:pt x="412" y="662"/>
                      </a:lnTo>
                      <a:lnTo>
                        <a:pt x="412" y="662"/>
                      </a:lnTo>
                      <a:lnTo>
                        <a:pt x="414" y="660"/>
                      </a:lnTo>
                      <a:lnTo>
                        <a:pt x="418" y="658"/>
                      </a:lnTo>
                      <a:lnTo>
                        <a:pt x="428" y="654"/>
                      </a:lnTo>
                      <a:lnTo>
                        <a:pt x="434" y="654"/>
                      </a:lnTo>
                      <a:lnTo>
                        <a:pt x="444" y="656"/>
                      </a:lnTo>
                      <a:lnTo>
                        <a:pt x="444" y="656"/>
                      </a:lnTo>
                      <a:lnTo>
                        <a:pt x="454" y="660"/>
                      </a:lnTo>
                      <a:lnTo>
                        <a:pt x="456" y="660"/>
                      </a:lnTo>
                      <a:lnTo>
                        <a:pt x="456" y="662"/>
                      </a:lnTo>
                      <a:lnTo>
                        <a:pt x="454" y="662"/>
                      </a:lnTo>
                      <a:lnTo>
                        <a:pt x="456" y="662"/>
                      </a:lnTo>
                      <a:lnTo>
                        <a:pt x="456" y="662"/>
                      </a:lnTo>
                      <a:lnTo>
                        <a:pt x="462" y="660"/>
                      </a:lnTo>
                      <a:lnTo>
                        <a:pt x="466" y="658"/>
                      </a:lnTo>
                      <a:lnTo>
                        <a:pt x="470" y="654"/>
                      </a:lnTo>
                      <a:lnTo>
                        <a:pt x="470" y="654"/>
                      </a:lnTo>
                      <a:lnTo>
                        <a:pt x="474" y="652"/>
                      </a:lnTo>
                      <a:lnTo>
                        <a:pt x="478" y="648"/>
                      </a:lnTo>
                      <a:lnTo>
                        <a:pt x="482" y="648"/>
                      </a:lnTo>
                      <a:lnTo>
                        <a:pt x="482" y="648"/>
                      </a:lnTo>
                      <a:lnTo>
                        <a:pt x="492" y="648"/>
                      </a:lnTo>
                      <a:lnTo>
                        <a:pt x="498" y="650"/>
                      </a:lnTo>
                      <a:lnTo>
                        <a:pt x="498" y="650"/>
                      </a:lnTo>
                      <a:lnTo>
                        <a:pt x="500" y="650"/>
                      </a:lnTo>
                      <a:lnTo>
                        <a:pt x="504" y="652"/>
                      </a:lnTo>
                      <a:lnTo>
                        <a:pt x="510" y="650"/>
                      </a:lnTo>
                      <a:lnTo>
                        <a:pt x="514" y="648"/>
                      </a:lnTo>
                      <a:lnTo>
                        <a:pt x="516" y="644"/>
                      </a:lnTo>
                      <a:lnTo>
                        <a:pt x="516" y="644"/>
                      </a:lnTo>
                      <a:lnTo>
                        <a:pt x="520" y="632"/>
                      </a:lnTo>
                      <a:lnTo>
                        <a:pt x="522" y="620"/>
                      </a:lnTo>
                      <a:lnTo>
                        <a:pt x="522" y="606"/>
                      </a:lnTo>
                      <a:lnTo>
                        <a:pt x="530" y="582"/>
                      </a:lnTo>
                      <a:lnTo>
                        <a:pt x="530" y="572"/>
                      </a:lnTo>
                      <a:lnTo>
                        <a:pt x="544" y="570"/>
                      </a:lnTo>
                      <a:lnTo>
                        <a:pt x="550" y="534"/>
                      </a:lnTo>
                      <a:lnTo>
                        <a:pt x="556" y="474"/>
                      </a:lnTo>
                      <a:lnTo>
                        <a:pt x="558" y="398"/>
                      </a:lnTo>
                      <a:lnTo>
                        <a:pt x="558" y="340"/>
                      </a:lnTo>
                      <a:lnTo>
                        <a:pt x="558" y="340"/>
                      </a:lnTo>
                      <a:lnTo>
                        <a:pt x="560" y="332"/>
                      </a:lnTo>
                      <a:lnTo>
                        <a:pt x="562" y="322"/>
                      </a:lnTo>
                      <a:lnTo>
                        <a:pt x="562" y="308"/>
                      </a:lnTo>
                      <a:lnTo>
                        <a:pt x="562" y="308"/>
                      </a:lnTo>
                      <a:lnTo>
                        <a:pt x="560" y="300"/>
                      </a:lnTo>
                      <a:lnTo>
                        <a:pt x="562" y="296"/>
                      </a:lnTo>
                      <a:lnTo>
                        <a:pt x="564" y="294"/>
                      </a:lnTo>
                      <a:lnTo>
                        <a:pt x="568" y="294"/>
                      </a:lnTo>
                      <a:lnTo>
                        <a:pt x="568" y="306"/>
                      </a:lnTo>
                      <a:lnTo>
                        <a:pt x="570" y="338"/>
                      </a:lnTo>
                      <a:lnTo>
                        <a:pt x="574" y="348"/>
                      </a:lnTo>
                      <a:lnTo>
                        <a:pt x="570" y="362"/>
                      </a:lnTo>
                      <a:lnTo>
                        <a:pt x="574" y="384"/>
                      </a:lnTo>
                      <a:lnTo>
                        <a:pt x="576" y="390"/>
                      </a:lnTo>
                      <a:lnTo>
                        <a:pt x="580" y="422"/>
                      </a:lnTo>
                      <a:lnTo>
                        <a:pt x="586" y="422"/>
                      </a:lnTo>
                      <a:lnTo>
                        <a:pt x="586" y="428"/>
                      </a:lnTo>
                      <a:lnTo>
                        <a:pt x="582" y="432"/>
                      </a:lnTo>
                      <a:lnTo>
                        <a:pt x="586" y="448"/>
                      </a:lnTo>
                      <a:lnTo>
                        <a:pt x="590" y="472"/>
                      </a:lnTo>
                      <a:lnTo>
                        <a:pt x="602" y="490"/>
                      </a:lnTo>
                      <a:lnTo>
                        <a:pt x="620" y="500"/>
                      </a:lnTo>
                      <a:lnTo>
                        <a:pt x="620" y="486"/>
                      </a:lnTo>
                      <a:lnTo>
                        <a:pt x="624" y="498"/>
                      </a:lnTo>
                      <a:lnTo>
                        <a:pt x="636" y="484"/>
                      </a:lnTo>
                      <a:lnTo>
                        <a:pt x="642" y="462"/>
                      </a:lnTo>
                      <a:lnTo>
                        <a:pt x="638" y="438"/>
                      </a:lnTo>
                      <a:lnTo>
                        <a:pt x="636" y="424"/>
                      </a:lnTo>
                      <a:lnTo>
                        <a:pt x="632" y="420"/>
                      </a:lnTo>
                      <a:lnTo>
                        <a:pt x="630" y="416"/>
                      </a:lnTo>
                      <a:lnTo>
                        <a:pt x="636" y="412"/>
                      </a:lnTo>
                      <a:lnTo>
                        <a:pt x="630" y="382"/>
                      </a:lnTo>
                      <a:lnTo>
                        <a:pt x="628" y="376"/>
                      </a:lnTo>
                      <a:lnTo>
                        <a:pt x="626" y="354"/>
                      </a:lnTo>
                      <a:lnTo>
                        <a:pt x="618" y="340"/>
                      </a:lnTo>
                      <a:lnTo>
                        <a:pt x="618" y="330"/>
                      </a:lnTo>
                      <a:lnTo>
                        <a:pt x="610" y="300"/>
                      </a:lnTo>
                      <a:lnTo>
                        <a:pt x="606" y="288"/>
                      </a:lnTo>
                      <a:lnTo>
                        <a:pt x="606" y="288"/>
                      </a:lnTo>
                      <a:lnTo>
                        <a:pt x="610" y="286"/>
                      </a:lnTo>
                      <a:lnTo>
                        <a:pt x="612" y="288"/>
                      </a:lnTo>
                      <a:lnTo>
                        <a:pt x="616" y="292"/>
                      </a:lnTo>
                      <a:lnTo>
                        <a:pt x="618" y="298"/>
                      </a:lnTo>
                      <a:lnTo>
                        <a:pt x="618" y="298"/>
                      </a:lnTo>
                      <a:lnTo>
                        <a:pt x="622" y="312"/>
                      </a:lnTo>
                      <a:lnTo>
                        <a:pt x="626" y="322"/>
                      </a:lnTo>
                      <a:lnTo>
                        <a:pt x="632" y="328"/>
                      </a:lnTo>
                      <a:lnTo>
                        <a:pt x="652" y="384"/>
                      </a:lnTo>
                      <a:lnTo>
                        <a:pt x="678" y="454"/>
                      </a:lnTo>
                      <a:lnTo>
                        <a:pt x="702" y="508"/>
                      </a:lnTo>
                      <a:lnTo>
                        <a:pt x="720" y="540"/>
                      </a:lnTo>
                      <a:lnTo>
                        <a:pt x="732" y="540"/>
                      </a:lnTo>
                      <a:lnTo>
                        <a:pt x="736" y="548"/>
                      </a:lnTo>
                      <a:lnTo>
                        <a:pt x="752" y="568"/>
                      </a:lnTo>
                      <a:lnTo>
                        <a:pt x="752" y="568"/>
                      </a:lnTo>
                      <a:lnTo>
                        <a:pt x="756" y="582"/>
                      </a:lnTo>
                      <a:lnTo>
                        <a:pt x="762" y="592"/>
                      </a:lnTo>
                      <a:lnTo>
                        <a:pt x="768" y="602"/>
                      </a:lnTo>
                      <a:lnTo>
                        <a:pt x="768" y="602"/>
                      </a:lnTo>
                      <a:lnTo>
                        <a:pt x="774" y="604"/>
                      </a:lnTo>
                      <a:lnTo>
                        <a:pt x="776" y="606"/>
                      </a:lnTo>
                      <a:lnTo>
                        <a:pt x="784" y="604"/>
                      </a:lnTo>
                      <a:lnTo>
                        <a:pt x="788" y="602"/>
                      </a:lnTo>
                      <a:lnTo>
                        <a:pt x="790" y="602"/>
                      </a:lnTo>
                      <a:lnTo>
                        <a:pt x="790" y="602"/>
                      </a:lnTo>
                      <a:lnTo>
                        <a:pt x="794" y="598"/>
                      </a:lnTo>
                      <a:lnTo>
                        <a:pt x="804" y="594"/>
                      </a:lnTo>
                      <a:lnTo>
                        <a:pt x="804" y="594"/>
                      </a:lnTo>
                      <a:lnTo>
                        <a:pt x="808" y="594"/>
                      </a:lnTo>
                      <a:lnTo>
                        <a:pt x="812" y="594"/>
                      </a:lnTo>
                      <a:lnTo>
                        <a:pt x="816" y="596"/>
                      </a:lnTo>
                      <a:lnTo>
                        <a:pt x="816" y="596"/>
                      </a:lnTo>
                      <a:lnTo>
                        <a:pt x="820" y="598"/>
                      </a:lnTo>
                      <a:lnTo>
                        <a:pt x="826" y="600"/>
                      </a:lnTo>
                      <a:lnTo>
                        <a:pt x="832" y="600"/>
                      </a:lnTo>
                      <a:lnTo>
                        <a:pt x="832" y="600"/>
                      </a:lnTo>
                      <a:lnTo>
                        <a:pt x="836" y="600"/>
                      </a:lnTo>
                      <a:lnTo>
                        <a:pt x="834" y="598"/>
                      </a:lnTo>
                      <a:lnTo>
                        <a:pt x="832" y="598"/>
                      </a:lnTo>
                      <a:lnTo>
                        <a:pt x="834" y="596"/>
                      </a:lnTo>
                      <a:lnTo>
                        <a:pt x="842" y="590"/>
                      </a:lnTo>
                      <a:lnTo>
                        <a:pt x="842" y="590"/>
                      </a:lnTo>
                      <a:lnTo>
                        <a:pt x="850" y="586"/>
                      </a:lnTo>
                      <a:lnTo>
                        <a:pt x="856" y="582"/>
                      </a:lnTo>
                      <a:lnTo>
                        <a:pt x="866" y="582"/>
                      </a:lnTo>
                      <a:lnTo>
                        <a:pt x="872" y="584"/>
                      </a:lnTo>
                      <a:lnTo>
                        <a:pt x="874" y="586"/>
                      </a:lnTo>
                      <a:lnTo>
                        <a:pt x="874" y="586"/>
                      </a:lnTo>
                      <a:lnTo>
                        <a:pt x="886" y="598"/>
                      </a:lnTo>
                      <a:lnTo>
                        <a:pt x="898" y="616"/>
                      </a:lnTo>
                      <a:lnTo>
                        <a:pt x="916" y="642"/>
                      </a:lnTo>
                      <a:lnTo>
                        <a:pt x="916" y="642"/>
                      </a:lnTo>
                      <a:lnTo>
                        <a:pt x="926" y="656"/>
                      </a:lnTo>
                      <a:lnTo>
                        <a:pt x="934" y="664"/>
                      </a:lnTo>
                      <a:lnTo>
                        <a:pt x="944" y="668"/>
                      </a:lnTo>
                      <a:lnTo>
                        <a:pt x="952" y="670"/>
                      </a:lnTo>
                      <a:lnTo>
                        <a:pt x="958" y="668"/>
                      </a:lnTo>
                      <a:lnTo>
                        <a:pt x="964" y="666"/>
                      </a:lnTo>
                      <a:lnTo>
                        <a:pt x="968" y="660"/>
                      </a:lnTo>
                      <a:lnTo>
                        <a:pt x="972" y="654"/>
                      </a:lnTo>
                      <a:lnTo>
                        <a:pt x="972" y="654"/>
                      </a:lnTo>
                      <a:lnTo>
                        <a:pt x="974" y="648"/>
                      </a:lnTo>
                      <a:lnTo>
                        <a:pt x="974" y="642"/>
                      </a:lnTo>
                      <a:lnTo>
                        <a:pt x="970" y="628"/>
                      </a:lnTo>
                      <a:lnTo>
                        <a:pt x="964" y="616"/>
                      </a:lnTo>
                      <a:lnTo>
                        <a:pt x="962" y="612"/>
                      </a:lnTo>
                      <a:lnTo>
                        <a:pt x="962" y="612"/>
                      </a:lnTo>
                      <a:lnTo>
                        <a:pt x="952" y="600"/>
                      </a:lnTo>
                      <a:lnTo>
                        <a:pt x="944" y="592"/>
                      </a:lnTo>
                      <a:lnTo>
                        <a:pt x="936" y="588"/>
                      </a:lnTo>
                      <a:lnTo>
                        <a:pt x="936" y="588"/>
                      </a:lnTo>
                      <a:lnTo>
                        <a:pt x="928" y="584"/>
                      </a:lnTo>
                      <a:lnTo>
                        <a:pt x="920" y="576"/>
                      </a:lnTo>
                      <a:lnTo>
                        <a:pt x="900" y="550"/>
                      </a:lnTo>
                      <a:lnTo>
                        <a:pt x="900" y="550"/>
                      </a:lnTo>
                      <a:lnTo>
                        <a:pt x="894" y="542"/>
                      </a:lnTo>
                      <a:lnTo>
                        <a:pt x="892" y="536"/>
                      </a:lnTo>
                      <a:lnTo>
                        <a:pt x="890" y="530"/>
                      </a:lnTo>
                      <a:lnTo>
                        <a:pt x="890" y="526"/>
                      </a:lnTo>
                      <a:lnTo>
                        <a:pt x="892" y="520"/>
                      </a:lnTo>
                      <a:lnTo>
                        <a:pt x="894" y="516"/>
                      </a:lnTo>
                      <a:lnTo>
                        <a:pt x="894" y="516"/>
                      </a:lnTo>
                      <a:lnTo>
                        <a:pt x="894" y="514"/>
                      </a:lnTo>
                      <a:lnTo>
                        <a:pt x="898" y="510"/>
                      </a:lnTo>
                      <a:lnTo>
                        <a:pt x="904" y="508"/>
                      </a:lnTo>
                      <a:lnTo>
                        <a:pt x="912" y="506"/>
                      </a:lnTo>
                      <a:lnTo>
                        <a:pt x="912" y="506"/>
                      </a:lnTo>
                      <a:lnTo>
                        <a:pt x="918" y="504"/>
                      </a:lnTo>
                      <a:lnTo>
                        <a:pt x="920" y="500"/>
                      </a:lnTo>
                      <a:lnTo>
                        <a:pt x="924" y="496"/>
                      </a:lnTo>
                      <a:lnTo>
                        <a:pt x="924" y="496"/>
                      </a:lnTo>
                      <a:lnTo>
                        <a:pt x="924" y="490"/>
                      </a:lnTo>
                      <a:lnTo>
                        <a:pt x="924" y="482"/>
                      </a:lnTo>
                      <a:lnTo>
                        <a:pt x="920" y="472"/>
                      </a:lnTo>
                      <a:lnTo>
                        <a:pt x="920" y="472"/>
                      </a:lnTo>
                      <a:lnTo>
                        <a:pt x="920" y="468"/>
                      </a:lnTo>
                      <a:lnTo>
                        <a:pt x="920" y="460"/>
                      </a:lnTo>
                      <a:lnTo>
                        <a:pt x="920" y="456"/>
                      </a:lnTo>
                      <a:lnTo>
                        <a:pt x="924" y="452"/>
                      </a:lnTo>
                      <a:lnTo>
                        <a:pt x="926" y="448"/>
                      </a:lnTo>
                      <a:lnTo>
                        <a:pt x="932" y="446"/>
                      </a:lnTo>
                      <a:lnTo>
                        <a:pt x="932" y="446"/>
                      </a:lnTo>
                      <a:lnTo>
                        <a:pt x="938" y="446"/>
                      </a:lnTo>
                      <a:lnTo>
                        <a:pt x="942" y="442"/>
                      </a:lnTo>
                      <a:lnTo>
                        <a:pt x="950" y="436"/>
                      </a:lnTo>
                      <a:lnTo>
                        <a:pt x="952" y="432"/>
                      </a:lnTo>
                      <a:lnTo>
                        <a:pt x="952" y="428"/>
                      </a:lnTo>
                      <a:lnTo>
                        <a:pt x="952" y="412"/>
                      </a:lnTo>
                      <a:lnTo>
                        <a:pt x="952" y="412"/>
                      </a:lnTo>
                      <a:lnTo>
                        <a:pt x="948" y="402"/>
                      </a:lnTo>
                      <a:lnTo>
                        <a:pt x="950" y="394"/>
                      </a:lnTo>
                      <a:lnTo>
                        <a:pt x="952" y="392"/>
                      </a:lnTo>
                      <a:lnTo>
                        <a:pt x="956" y="388"/>
                      </a:lnTo>
                      <a:lnTo>
                        <a:pt x="956" y="388"/>
                      </a:lnTo>
                      <a:lnTo>
                        <a:pt x="958" y="386"/>
                      </a:lnTo>
                      <a:lnTo>
                        <a:pt x="962" y="382"/>
                      </a:lnTo>
                      <a:lnTo>
                        <a:pt x="964" y="374"/>
                      </a:lnTo>
                      <a:lnTo>
                        <a:pt x="962" y="366"/>
                      </a:lnTo>
                      <a:lnTo>
                        <a:pt x="954" y="344"/>
                      </a:lnTo>
                      <a:lnTo>
                        <a:pt x="944" y="332"/>
                      </a:lnTo>
                      <a:lnTo>
                        <a:pt x="934" y="318"/>
                      </a:lnTo>
                      <a:lnTo>
                        <a:pt x="930" y="310"/>
                      </a:lnTo>
                      <a:lnTo>
                        <a:pt x="930" y="302"/>
                      </a:lnTo>
                      <a:lnTo>
                        <a:pt x="884" y="252"/>
                      </a:lnTo>
                      <a:lnTo>
                        <a:pt x="884" y="252"/>
                      </a:lnTo>
                      <a:lnTo>
                        <a:pt x="884" y="250"/>
                      </a:lnTo>
                      <a:lnTo>
                        <a:pt x="882" y="248"/>
                      </a:lnTo>
                      <a:lnTo>
                        <a:pt x="876" y="244"/>
                      </a:lnTo>
                      <a:lnTo>
                        <a:pt x="866" y="238"/>
                      </a:lnTo>
                      <a:lnTo>
                        <a:pt x="850" y="228"/>
                      </a:lnTo>
                      <a:lnTo>
                        <a:pt x="792" y="204"/>
                      </a:lnTo>
                      <a:lnTo>
                        <a:pt x="800" y="202"/>
                      </a:lnTo>
                      <a:lnTo>
                        <a:pt x="834" y="194"/>
                      </a:lnTo>
                      <a:lnTo>
                        <a:pt x="860" y="190"/>
                      </a:lnTo>
                      <a:lnTo>
                        <a:pt x="888" y="186"/>
                      </a:lnTo>
                      <a:lnTo>
                        <a:pt x="914" y="178"/>
                      </a:lnTo>
                      <a:lnTo>
                        <a:pt x="914" y="178"/>
                      </a:lnTo>
                      <a:lnTo>
                        <a:pt x="924" y="172"/>
                      </a:lnTo>
                      <a:lnTo>
                        <a:pt x="932" y="166"/>
                      </a:lnTo>
                      <a:lnTo>
                        <a:pt x="936" y="160"/>
                      </a:lnTo>
                      <a:lnTo>
                        <a:pt x="936" y="160"/>
                      </a:lnTo>
                      <a:lnTo>
                        <a:pt x="942" y="148"/>
                      </a:lnTo>
                      <a:lnTo>
                        <a:pt x="952" y="130"/>
                      </a:lnTo>
                      <a:lnTo>
                        <a:pt x="952" y="130"/>
                      </a:lnTo>
                      <a:lnTo>
                        <a:pt x="958" y="118"/>
                      </a:lnTo>
                      <a:lnTo>
                        <a:pt x="960" y="110"/>
                      </a:lnTo>
                      <a:lnTo>
                        <a:pt x="962" y="104"/>
                      </a:lnTo>
                      <a:lnTo>
                        <a:pt x="962" y="104"/>
                      </a:lnTo>
                      <a:lnTo>
                        <a:pt x="962" y="94"/>
                      </a:lnTo>
                      <a:lnTo>
                        <a:pt x="964" y="88"/>
                      </a:lnTo>
                      <a:lnTo>
                        <a:pt x="966" y="84"/>
                      </a:lnTo>
                      <a:lnTo>
                        <a:pt x="966" y="84"/>
                      </a:lnTo>
                      <a:lnTo>
                        <a:pt x="970" y="78"/>
                      </a:lnTo>
                      <a:lnTo>
                        <a:pt x="974" y="68"/>
                      </a:lnTo>
                      <a:lnTo>
                        <a:pt x="974" y="58"/>
                      </a:lnTo>
                      <a:lnTo>
                        <a:pt x="974" y="54"/>
                      </a:lnTo>
                      <a:lnTo>
                        <a:pt x="972" y="50"/>
                      </a:lnTo>
                      <a:lnTo>
                        <a:pt x="972" y="50"/>
                      </a:lnTo>
                      <a:lnTo>
                        <a:pt x="970" y="48"/>
                      </a:lnTo>
                      <a:lnTo>
                        <a:pt x="970" y="44"/>
                      </a:lnTo>
                      <a:lnTo>
                        <a:pt x="970" y="38"/>
                      </a:lnTo>
                      <a:lnTo>
                        <a:pt x="974" y="30"/>
                      </a:lnTo>
                      <a:lnTo>
                        <a:pt x="974" y="30"/>
                      </a:lnTo>
                      <a:lnTo>
                        <a:pt x="978" y="24"/>
                      </a:lnTo>
                      <a:lnTo>
                        <a:pt x="980" y="20"/>
                      </a:lnTo>
                      <a:lnTo>
                        <a:pt x="982" y="18"/>
                      </a:lnTo>
                      <a:lnTo>
                        <a:pt x="980" y="16"/>
                      </a:lnTo>
                      <a:lnTo>
                        <a:pt x="980" y="16"/>
                      </a:lnTo>
                      <a:lnTo>
                        <a:pt x="978" y="14"/>
                      </a:lnTo>
                      <a:lnTo>
                        <a:pt x="978" y="10"/>
                      </a:lnTo>
                      <a:lnTo>
                        <a:pt x="976" y="0"/>
                      </a:lnTo>
                      <a:lnTo>
                        <a:pt x="676" y="0"/>
                      </a:lnTo>
                      <a:close/>
                      <a:moveTo>
                        <a:pt x="562" y="150"/>
                      </a:moveTo>
                      <a:lnTo>
                        <a:pt x="562" y="150"/>
                      </a:lnTo>
                      <a:lnTo>
                        <a:pt x="562" y="150"/>
                      </a:lnTo>
                      <a:lnTo>
                        <a:pt x="562" y="150"/>
                      </a:lnTo>
                      <a:lnTo>
                        <a:pt x="562" y="150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6" name="Group 63"/>
              <p:cNvGrpSpPr>
                <a:grpSpLocks noChangeAspect="1"/>
              </p:cNvGrpSpPr>
              <p:nvPr/>
            </p:nvGrpSpPr>
            <p:grpSpPr>
              <a:xfrm>
                <a:off x="8324137" y="990588"/>
                <a:ext cx="819855" cy="1066798"/>
                <a:chOff x="7315200" y="5334000"/>
                <a:chExt cx="1054100" cy="1371600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47" name="Freeform 70"/>
                <p:cNvSpPr>
                  <a:spLocks/>
                </p:cNvSpPr>
                <p:nvPr/>
              </p:nvSpPr>
              <p:spPr bwMode="auto">
                <a:xfrm>
                  <a:off x="7810500" y="5715000"/>
                  <a:ext cx="241300" cy="158750"/>
                </a:xfrm>
                <a:custGeom>
                  <a:avLst/>
                  <a:gdLst>
                    <a:gd name="T0" fmla="*/ 152 w 152"/>
                    <a:gd name="T1" fmla="*/ 100 h 100"/>
                    <a:gd name="T2" fmla="*/ 152 w 152"/>
                    <a:gd name="T3" fmla="*/ 100 h 100"/>
                    <a:gd name="T4" fmla="*/ 152 w 152"/>
                    <a:gd name="T5" fmla="*/ 100 h 100"/>
                    <a:gd name="T6" fmla="*/ 152 w 152"/>
                    <a:gd name="T7" fmla="*/ 100 h 100"/>
                    <a:gd name="T8" fmla="*/ 138 w 152"/>
                    <a:gd name="T9" fmla="*/ 90 h 100"/>
                    <a:gd name="T10" fmla="*/ 34 w 152"/>
                    <a:gd name="T11" fmla="*/ 18 h 100"/>
                    <a:gd name="T12" fmla="*/ 34 w 152"/>
                    <a:gd name="T13" fmla="*/ 18 h 100"/>
                    <a:gd name="T14" fmla="*/ 16 w 152"/>
                    <a:gd name="T15" fmla="*/ 6 h 100"/>
                    <a:gd name="T16" fmla="*/ 16 w 152"/>
                    <a:gd name="T17" fmla="*/ 6 h 100"/>
                    <a:gd name="T18" fmla="*/ 10 w 152"/>
                    <a:gd name="T19" fmla="*/ 2 h 100"/>
                    <a:gd name="T20" fmla="*/ 4 w 152"/>
                    <a:gd name="T21" fmla="*/ 0 h 100"/>
                    <a:gd name="T22" fmla="*/ 4 w 152"/>
                    <a:gd name="T23" fmla="*/ 0 h 100"/>
                    <a:gd name="T24" fmla="*/ 0 w 152"/>
                    <a:gd name="T25" fmla="*/ 0 h 100"/>
                    <a:gd name="T26" fmla="*/ 0 w 152"/>
                    <a:gd name="T27" fmla="*/ 2 h 100"/>
                    <a:gd name="T28" fmla="*/ 0 w 152"/>
                    <a:gd name="T29" fmla="*/ 2 h 100"/>
                    <a:gd name="T30" fmla="*/ 4 w 152"/>
                    <a:gd name="T31" fmla="*/ 6 h 100"/>
                    <a:gd name="T32" fmla="*/ 8 w 152"/>
                    <a:gd name="T33" fmla="*/ 8 h 100"/>
                    <a:gd name="T34" fmla="*/ 8 w 152"/>
                    <a:gd name="T35" fmla="*/ 8 h 100"/>
                    <a:gd name="T36" fmla="*/ 24 w 152"/>
                    <a:gd name="T37" fmla="*/ 18 h 100"/>
                    <a:gd name="T38" fmla="*/ 138 w 152"/>
                    <a:gd name="T39" fmla="*/ 92 h 100"/>
                    <a:gd name="T40" fmla="*/ 138 w 152"/>
                    <a:gd name="T41" fmla="*/ 92 h 100"/>
                    <a:gd name="T42" fmla="*/ 152 w 152"/>
                    <a:gd name="T43" fmla="*/ 100 h 100"/>
                    <a:gd name="T44" fmla="*/ 152 w 152"/>
                    <a:gd name="T45" fmla="*/ 10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2" h="100">
                      <a:moveTo>
                        <a:pt x="152" y="100"/>
                      </a:move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38" y="90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16" y="6"/>
                      </a:lnTo>
                      <a:lnTo>
                        <a:pt x="16" y="6"/>
                      </a:lnTo>
                      <a:lnTo>
                        <a:pt x="1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6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24" y="18"/>
                      </a:lnTo>
                      <a:lnTo>
                        <a:pt x="138" y="92"/>
                      </a:lnTo>
                      <a:lnTo>
                        <a:pt x="138" y="92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Freeform 71"/>
                <p:cNvSpPr>
                  <a:spLocks/>
                </p:cNvSpPr>
                <p:nvPr/>
              </p:nvSpPr>
              <p:spPr bwMode="auto">
                <a:xfrm>
                  <a:off x="8054975" y="588010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Freeform 72"/>
                <p:cNvSpPr>
                  <a:spLocks/>
                </p:cNvSpPr>
                <p:nvPr/>
              </p:nvSpPr>
              <p:spPr bwMode="auto">
                <a:xfrm>
                  <a:off x="8064500" y="5584825"/>
                  <a:ext cx="53975" cy="285750"/>
                </a:xfrm>
                <a:custGeom>
                  <a:avLst/>
                  <a:gdLst>
                    <a:gd name="T0" fmla="*/ 0 w 34"/>
                    <a:gd name="T1" fmla="*/ 178 h 180"/>
                    <a:gd name="T2" fmla="*/ 0 w 34"/>
                    <a:gd name="T3" fmla="*/ 178 h 180"/>
                    <a:gd name="T4" fmla="*/ 4 w 34"/>
                    <a:gd name="T5" fmla="*/ 162 h 180"/>
                    <a:gd name="T6" fmla="*/ 28 w 34"/>
                    <a:gd name="T7" fmla="*/ 30 h 180"/>
                    <a:gd name="T8" fmla="*/ 28 w 34"/>
                    <a:gd name="T9" fmla="*/ 30 h 180"/>
                    <a:gd name="T10" fmla="*/ 34 w 34"/>
                    <a:gd name="T11" fmla="*/ 10 h 180"/>
                    <a:gd name="T12" fmla="*/ 34 w 34"/>
                    <a:gd name="T13" fmla="*/ 10 h 180"/>
                    <a:gd name="T14" fmla="*/ 34 w 34"/>
                    <a:gd name="T15" fmla="*/ 6 h 180"/>
                    <a:gd name="T16" fmla="*/ 34 w 34"/>
                    <a:gd name="T17" fmla="*/ 2 h 180"/>
                    <a:gd name="T18" fmla="*/ 34 w 34"/>
                    <a:gd name="T19" fmla="*/ 2 h 180"/>
                    <a:gd name="T20" fmla="*/ 32 w 34"/>
                    <a:gd name="T21" fmla="*/ 0 h 180"/>
                    <a:gd name="T22" fmla="*/ 30 w 34"/>
                    <a:gd name="T23" fmla="*/ 2 h 180"/>
                    <a:gd name="T24" fmla="*/ 30 w 34"/>
                    <a:gd name="T25" fmla="*/ 2 h 180"/>
                    <a:gd name="T26" fmla="*/ 28 w 34"/>
                    <a:gd name="T27" fmla="*/ 8 h 180"/>
                    <a:gd name="T28" fmla="*/ 26 w 34"/>
                    <a:gd name="T29" fmla="*/ 14 h 180"/>
                    <a:gd name="T30" fmla="*/ 26 w 34"/>
                    <a:gd name="T31" fmla="*/ 14 h 180"/>
                    <a:gd name="T32" fmla="*/ 22 w 34"/>
                    <a:gd name="T33" fmla="*/ 38 h 180"/>
                    <a:gd name="T34" fmla="*/ 2 w 34"/>
                    <a:gd name="T35" fmla="*/ 162 h 180"/>
                    <a:gd name="T36" fmla="*/ 2 w 34"/>
                    <a:gd name="T37" fmla="*/ 162 h 180"/>
                    <a:gd name="T38" fmla="*/ 0 w 34"/>
                    <a:gd name="T39" fmla="*/ 178 h 180"/>
                    <a:gd name="T40" fmla="*/ 0 w 34"/>
                    <a:gd name="T41" fmla="*/ 178 h 180"/>
                    <a:gd name="T42" fmla="*/ 0 w 34"/>
                    <a:gd name="T43" fmla="*/ 180 h 180"/>
                    <a:gd name="T44" fmla="*/ 0 w 34"/>
                    <a:gd name="T45" fmla="*/ 180 h 180"/>
                    <a:gd name="T46" fmla="*/ 0 w 34"/>
                    <a:gd name="T47" fmla="*/ 178 h 180"/>
                    <a:gd name="T48" fmla="*/ 0 w 34"/>
                    <a:gd name="T49" fmla="*/ 178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4" h="180">
                      <a:moveTo>
                        <a:pt x="0" y="178"/>
                      </a:moveTo>
                      <a:lnTo>
                        <a:pt x="0" y="178"/>
                      </a:lnTo>
                      <a:lnTo>
                        <a:pt x="4" y="162"/>
                      </a:lnTo>
                      <a:lnTo>
                        <a:pt x="28" y="30"/>
                      </a:lnTo>
                      <a:lnTo>
                        <a:pt x="28" y="30"/>
                      </a:lnTo>
                      <a:lnTo>
                        <a:pt x="34" y="10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2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28" y="8"/>
                      </a:lnTo>
                      <a:lnTo>
                        <a:pt x="26" y="14"/>
                      </a:lnTo>
                      <a:lnTo>
                        <a:pt x="26" y="14"/>
                      </a:lnTo>
                      <a:lnTo>
                        <a:pt x="22" y="38"/>
                      </a:lnTo>
                      <a:lnTo>
                        <a:pt x="2" y="162"/>
                      </a:lnTo>
                      <a:lnTo>
                        <a:pt x="2" y="162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0" y="180"/>
                      </a:lnTo>
                      <a:lnTo>
                        <a:pt x="0" y="178"/>
                      </a:lnTo>
                      <a:lnTo>
                        <a:pt x="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Freeform 73"/>
                <p:cNvSpPr>
                  <a:spLocks noEditPoints="1"/>
                </p:cNvSpPr>
                <p:nvPr/>
              </p:nvSpPr>
              <p:spPr bwMode="auto">
                <a:xfrm>
                  <a:off x="7315200" y="5334000"/>
                  <a:ext cx="1054100" cy="1371600"/>
                </a:xfrm>
                <a:custGeom>
                  <a:avLst/>
                  <a:gdLst>
                    <a:gd name="T0" fmla="*/ 582 w 664"/>
                    <a:gd name="T1" fmla="*/ 488 h 864"/>
                    <a:gd name="T2" fmla="*/ 664 w 664"/>
                    <a:gd name="T3" fmla="*/ 356 h 864"/>
                    <a:gd name="T4" fmla="*/ 664 w 664"/>
                    <a:gd name="T5" fmla="*/ 0 h 864"/>
                    <a:gd name="T6" fmla="*/ 608 w 664"/>
                    <a:gd name="T7" fmla="*/ 50 h 864"/>
                    <a:gd name="T8" fmla="*/ 548 w 664"/>
                    <a:gd name="T9" fmla="*/ 146 h 864"/>
                    <a:gd name="T10" fmla="*/ 508 w 664"/>
                    <a:gd name="T11" fmla="*/ 294 h 864"/>
                    <a:gd name="T12" fmla="*/ 498 w 664"/>
                    <a:gd name="T13" fmla="*/ 358 h 864"/>
                    <a:gd name="T14" fmla="*/ 490 w 664"/>
                    <a:gd name="T15" fmla="*/ 342 h 864"/>
                    <a:gd name="T16" fmla="*/ 476 w 664"/>
                    <a:gd name="T17" fmla="*/ 338 h 864"/>
                    <a:gd name="T18" fmla="*/ 472 w 664"/>
                    <a:gd name="T19" fmla="*/ 338 h 864"/>
                    <a:gd name="T20" fmla="*/ 464 w 664"/>
                    <a:gd name="T21" fmla="*/ 338 h 864"/>
                    <a:gd name="T22" fmla="*/ 464 w 664"/>
                    <a:gd name="T23" fmla="*/ 344 h 864"/>
                    <a:gd name="T24" fmla="*/ 454 w 664"/>
                    <a:gd name="T25" fmla="*/ 350 h 864"/>
                    <a:gd name="T26" fmla="*/ 458 w 664"/>
                    <a:gd name="T27" fmla="*/ 362 h 864"/>
                    <a:gd name="T28" fmla="*/ 456 w 664"/>
                    <a:gd name="T29" fmla="*/ 376 h 864"/>
                    <a:gd name="T30" fmla="*/ 336 w 664"/>
                    <a:gd name="T31" fmla="*/ 294 h 864"/>
                    <a:gd name="T32" fmla="*/ 204 w 664"/>
                    <a:gd name="T33" fmla="*/ 246 h 864"/>
                    <a:gd name="T34" fmla="*/ 116 w 664"/>
                    <a:gd name="T35" fmla="*/ 242 h 864"/>
                    <a:gd name="T36" fmla="*/ 8 w 664"/>
                    <a:gd name="T37" fmla="*/ 282 h 864"/>
                    <a:gd name="T38" fmla="*/ 28 w 664"/>
                    <a:gd name="T39" fmla="*/ 358 h 864"/>
                    <a:gd name="T40" fmla="*/ 46 w 664"/>
                    <a:gd name="T41" fmla="*/ 368 h 864"/>
                    <a:gd name="T42" fmla="*/ 64 w 664"/>
                    <a:gd name="T43" fmla="*/ 380 h 864"/>
                    <a:gd name="T44" fmla="*/ 92 w 664"/>
                    <a:gd name="T45" fmla="*/ 390 h 864"/>
                    <a:gd name="T46" fmla="*/ 112 w 664"/>
                    <a:gd name="T47" fmla="*/ 406 h 864"/>
                    <a:gd name="T48" fmla="*/ 130 w 664"/>
                    <a:gd name="T49" fmla="*/ 430 h 864"/>
                    <a:gd name="T50" fmla="*/ 142 w 664"/>
                    <a:gd name="T51" fmla="*/ 438 h 864"/>
                    <a:gd name="T52" fmla="*/ 152 w 664"/>
                    <a:gd name="T53" fmla="*/ 456 h 864"/>
                    <a:gd name="T54" fmla="*/ 170 w 664"/>
                    <a:gd name="T55" fmla="*/ 474 h 864"/>
                    <a:gd name="T56" fmla="*/ 186 w 664"/>
                    <a:gd name="T57" fmla="*/ 490 h 864"/>
                    <a:gd name="T58" fmla="*/ 224 w 664"/>
                    <a:gd name="T59" fmla="*/ 516 h 864"/>
                    <a:gd name="T60" fmla="*/ 268 w 664"/>
                    <a:gd name="T61" fmla="*/ 512 h 864"/>
                    <a:gd name="T62" fmla="*/ 350 w 664"/>
                    <a:gd name="T63" fmla="*/ 482 h 864"/>
                    <a:gd name="T64" fmla="*/ 302 w 664"/>
                    <a:gd name="T65" fmla="*/ 566 h 864"/>
                    <a:gd name="T66" fmla="*/ 302 w 664"/>
                    <a:gd name="T67" fmla="*/ 586 h 864"/>
                    <a:gd name="T68" fmla="*/ 344 w 664"/>
                    <a:gd name="T69" fmla="*/ 630 h 864"/>
                    <a:gd name="T70" fmla="*/ 384 w 664"/>
                    <a:gd name="T71" fmla="*/ 646 h 864"/>
                    <a:gd name="T72" fmla="*/ 404 w 664"/>
                    <a:gd name="T73" fmla="*/ 662 h 864"/>
                    <a:gd name="T74" fmla="*/ 434 w 664"/>
                    <a:gd name="T75" fmla="*/ 676 h 864"/>
                    <a:gd name="T76" fmla="*/ 460 w 664"/>
                    <a:gd name="T77" fmla="*/ 704 h 864"/>
                    <a:gd name="T78" fmla="*/ 472 w 664"/>
                    <a:gd name="T79" fmla="*/ 740 h 864"/>
                    <a:gd name="T80" fmla="*/ 460 w 664"/>
                    <a:gd name="T81" fmla="*/ 788 h 864"/>
                    <a:gd name="T82" fmla="*/ 452 w 664"/>
                    <a:gd name="T83" fmla="*/ 824 h 864"/>
                    <a:gd name="T84" fmla="*/ 466 w 664"/>
                    <a:gd name="T85" fmla="*/ 864 h 864"/>
                    <a:gd name="T86" fmla="*/ 476 w 664"/>
                    <a:gd name="T87" fmla="*/ 860 h 864"/>
                    <a:gd name="T88" fmla="*/ 492 w 664"/>
                    <a:gd name="T89" fmla="*/ 792 h 864"/>
                    <a:gd name="T90" fmla="*/ 506 w 664"/>
                    <a:gd name="T91" fmla="*/ 770 h 864"/>
                    <a:gd name="T92" fmla="*/ 520 w 664"/>
                    <a:gd name="T93" fmla="*/ 726 h 864"/>
                    <a:gd name="T94" fmla="*/ 504 w 664"/>
                    <a:gd name="T95" fmla="*/ 578 h 864"/>
                    <a:gd name="T96" fmla="*/ 494 w 664"/>
                    <a:gd name="T97" fmla="*/ 502 h 864"/>
                    <a:gd name="T98" fmla="*/ 518 w 664"/>
                    <a:gd name="T99" fmla="*/ 508 h 864"/>
                    <a:gd name="T100" fmla="*/ 542 w 664"/>
                    <a:gd name="T101" fmla="*/ 568 h 864"/>
                    <a:gd name="T102" fmla="*/ 570 w 664"/>
                    <a:gd name="T103" fmla="*/ 620 h 864"/>
                    <a:gd name="T104" fmla="*/ 598 w 664"/>
                    <a:gd name="T105" fmla="*/ 590 h 864"/>
                    <a:gd name="T106" fmla="*/ 582 w 664"/>
                    <a:gd name="T107" fmla="*/ 548 h 864"/>
                    <a:gd name="T108" fmla="*/ 550 w 664"/>
                    <a:gd name="T109" fmla="*/ 484 h 864"/>
                    <a:gd name="T110" fmla="*/ 566 w 664"/>
                    <a:gd name="T111" fmla="*/ 472 h 864"/>
                    <a:gd name="T112" fmla="*/ 466 w 664"/>
                    <a:gd name="T113" fmla="*/ 34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64" h="864">
                      <a:moveTo>
                        <a:pt x="566" y="472"/>
                      </a:moveTo>
                      <a:lnTo>
                        <a:pt x="566" y="472"/>
                      </a:lnTo>
                      <a:lnTo>
                        <a:pt x="568" y="472"/>
                      </a:lnTo>
                      <a:lnTo>
                        <a:pt x="572" y="476"/>
                      </a:lnTo>
                      <a:lnTo>
                        <a:pt x="582" y="488"/>
                      </a:lnTo>
                      <a:lnTo>
                        <a:pt x="612" y="532"/>
                      </a:lnTo>
                      <a:lnTo>
                        <a:pt x="660" y="604"/>
                      </a:lnTo>
                      <a:lnTo>
                        <a:pt x="660" y="604"/>
                      </a:lnTo>
                      <a:lnTo>
                        <a:pt x="664" y="608"/>
                      </a:lnTo>
                      <a:lnTo>
                        <a:pt x="664" y="356"/>
                      </a:lnTo>
                      <a:lnTo>
                        <a:pt x="664" y="356"/>
                      </a:lnTo>
                      <a:lnTo>
                        <a:pt x="650" y="354"/>
                      </a:lnTo>
                      <a:lnTo>
                        <a:pt x="650" y="354"/>
                      </a:lnTo>
                      <a:lnTo>
                        <a:pt x="664" y="346"/>
                      </a:lnTo>
                      <a:lnTo>
                        <a:pt x="664" y="0"/>
                      </a:lnTo>
                      <a:lnTo>
                        <a:pt x="664" y="0"/>
                      </a:lnTo>
                      <a:lnTo>
                        <a:pt x="638" y="20"/>
                      </a:lnTo>
                      <a:lnTo>
                        <a:pt x="624" y="34"/>
                      </a:lnTo>
                      <a:lnTo>
                        <a:pt x="608" y="50"/>
                      </a:lnTo>
                      <a:lnTo>
                        <a:pt x="608" y="50"/>
                      </a:lnTo>
                      <a:lnTo>
                        <a:pt x="594" y="68"/>
                      </a:lnTo>
                      <a:lnTo>
                        <a:pt x="580" y="86"/>
                      </a:lnTo>
                      <a:lnTo>
                        <a:pt x="568" y="104"/>
                      </a:lnTo>
                      <a:lnTo>
                        <a:pt x="558" y="124"/>
                      </a:lnTo>
                      <a:lnTo>
                        <a:pt x="548" y="146"/>
                      </a:lnTo>
                      <a:lnTo>
                        <a:pt x="540" y="166"/>
                      </a:lnTo>
                      <a:lnTo>
                        <a:pt x="524" y="214"/>
                      </a:lnTo>
                      <a:lnTo>
                        <a:pt x="524" y="214"/>
                      </a:lnTo>
                      <a:lnTo>
                        <a:pt x="514" y="254"/>
                      </a:lnTo>
                      <a:lnTo>
                        <a:pt x="508" y="294"/>
                      </a:lnTo>
                      <a:lnTo>
                        <a:pt x="504" y="330"/>
                      </a:lnTo>
                      <a:lnTo>
                        <a:pt x="502" y="356"/>
                      </a:lnTo>
                      <a:lnTo>
                        <a:pt x="502" y="356"/>
                      </a:lnTo>
                      <a:lnTo>
                        <a:pt x="498" y="358"/>
                      </a:lnTo>
                      <a:lnTo>
                        <a:pt x="498" y="358"/>
                      </a:lnTo>
                      <a:lnTo>
                        <a:pt x="490" y="350"/>
                      </a:lnTo>
                      <a:lnTo>
                        <a:pt x="490" y="350"/>
                      </a:lnTo>
                      <a:lnTo>
                        <a:pt x="490" y="346"/>
                      </a:lnTo>
                      <a:lnTo>
                        <a:pt x="490" y="342"/>
                      </a:lnTo>
                      <a:lnTo>
                        <a:pt x="490" y="342"/>
                      </a:lnTo>
                      <a:lnTo>
                        <a:pt x="488" y="340"/>
                      </a:lnTo>
                      <a:lnTo>
                        <a:pt x="484" y="338"/>
                      </a:lnTo>
                      <a:lnTo>
                        <a:pt x="480" y="336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6"/>
                      </a:lnTo>
                      <a:lnTo>
                        <a:pt x="474" y="336"/>
                      </a:lnTo>
                      <a:lnTo>
                        <a:pt x="472" y="338"/>
                      </a:lnTo>
                      <a:lnTo>
                        <a:pt x="472" y="338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6" y="338"/>
                      </a:lnTo>
                      <a:lnTo>
                        <a:pt x="464" y="338"/>
                      </a:lnTo>
                      <a:lnTo>
                        <a:pt x="464" y="340"/>
                      </a:lnTo>
                      <a:lnTo>
                        <a:pt x="462" y="340"/>
                      </a:lnTo>
                      <a:lnTo>
                        <a:pt x="462" y="342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0" y="344"/>
                      </a:lnTo>
                      <a:lnTo>
                        <a:pt x="460" y="344"/>
                      </a:lnTo>
                      <a:lnTo>
                        <a:pt x="456" y="346"/>
                      </a:lnTo>
                      <a:lnTo>
                        <a:pt x="454" y="350"/>
                      </a:lnTo>
                      <a:lnTo>
                        <a:pt x="454" y="354"/>
                      </a:lnTo>
                      <a:lnTo>
                        <a:pt x="456" y="358"/>
                      </a:lnTo>
                      <a:lnTo>
                        <a:pt x="456" y="358"/>
                      </a:lnTo>
                      <a:lnTo>
                        <a:pt x="458" y="362"/>
                      </a:lnTo>
                      <a:lnTo>
                        <a:pt x="458" y="362"/>
                      </a:lnTo>
                      <a:lnTo>
                        <a:pt x="458" y="370"/>
                      </a:lnTo>
                      <a:lnTo>
                        <a:pt x="458" y="374"/>
                      </a:lnTo>
                      <a:lnTo>
                        <a:pt x="458" y="374"/>
                      </a:lnTo>
                      <a:lnTo>
                        <a:pt x="456" y="376"/>
                      </a:lnTo>
                      <a:lnTo>
                        <a:pt x="456" y="376"/>
                      </a:lnTo>
                      <a:lnTo>
                        <a:pt x="434" y="360"/>
                      </a:lnTo>
                      <a:lnTo>
                        <a:pt x="406" y="338"/>
                      </a:lnTo>
                      <a:lnTo>
                        <a:pt x="372" y="314"/>
                      </a:lnTo>
                      <a:lnTo>
                        <a:pt x="336" y="294"/>
                      </a:lnTo>
                      <a:lnTo>
                        <a:pt x="336" y="294"/>
                      </a:lnTo>
                      <a:lnTo>
                        <a:pt x="292" y="272"/>
                      </a:lnTo>
                      <a:lnTo>
                        <a:pt x="270" y="264"/>
                      </a:lnTo>
                      <a:lnTo>
                        <a:pt x="248" y="256"/>
                      </a:lnTo>
                      <a:lnTo>
                        <a:pt x="226" y="250"/>
                      </a:lnTo>
                      <a:lnTo>
                        <a:pt x="204" y="246"/>
                      </a:lnTo>
                      <a:lnTo>
                        <a:pt x="182" y="244"/>
                      </a:lnTo>
                      <a:lnTo>
                        <a:pt x="160" y="242"/>
                      </a:lnTo>
                      <a:lnTo>
                        <a:pt x="160" y="242"/>
                      </a:lnTo>
                      <a:lnTo>
                        <a:pt x="138" y="242"/>
                      </a:lnTo>
                      <a:lnTo>
                        <a:pt x="116" y="242"/>
                      </a:lnTo>
                      <a:lnTo>
                        <a:pt x="84" y="248"/>
                      </a:lnTo>
                      <a:lnTo>
                        <a:pt x="62" y="252"/>
                      </a:lnTo>
                      <a:lnTo>
                        <a:pt x="56" y="256"/>
                      </a:lnTo>
                      <a:lnTo>
                        <a:pt x="30" y="266"/>
                      </a:lnTo>
                      <a:lnTo>
                        <a:pt x="8" y="282"/>
                      </a:lnTo>
                      <a:lnTo>
                        <a:pt x="0" y="296"/>
                      </a:lnTo>
                      <a:lnTo>
                        <a:pt x="0" y="324"/>
                      </a:lnTo>
                      <a:lnTo>
                        <a:pt x="2" y="330"/>
                      </a:lnTo>
                      <a:lnTo>
                        <a:pt x="14" y="344"/>
                      </a:lnTo>
                      <a:lnTo>
                        <a:pt x="28" y="358"/>
                      </a:lnTo>
                      <a:lnTo>
                        <a:pt x="28" y="358"/>
                      </a:lnTo>
                      <a:lnTo>
                        <a:pt x="36" y="364"/>
                      </a:lnTo>
                      <a:lnTo>
                        <a:pt x="42" y="366"/>
                      </a:lnTo>
                      <a:lnTo>
                        <a:pt x="46" y="368"/>
                      </a:lnTo>
                      <a:lnTo>
                        <a:pt x="46" y="368"/>
                      </a:lnTo>
                      <a:lnTo>
                        <a:pt x="52" y="368"/>
                      </a:lnTo>
                      <a:lnTo>
                        <a:pt x="56" y="372"/>
                      </a:lnTo>
                      <a:lnTo>
                        <a:pt x="60" y="376"/>
                      </a:lnTo>
                      <a:lnTo>
                        <a:pt x="60" y="376"/>
                      </a:lnTo>
                      <a:lnTo>
                        <a:pt x="64" y="380"/>
                      </a:lnTo>
                      <a:lnTo>
                        <a:pt x="70" y="384"/>
                      </a:lnTo>
                      <a:lnTo>
                        <a:pt x="78" y="386"/>
                      </a:lnTo>
                      <a:lnTo>
                        <a:pt x="78" y="386"/>
                      </a:lnTo>
                      <a:lnTo>
                        <a:pt x="84" y="386"/>
                      </a:lnTo>
                      <a:lnTo>
                        <a:pt x="92" y="390"/>
                      </a:lnTo>
                      <a:lnTo>
                        <a:pt x="98" y="394"/>
                      </a:lnTo>
                      <a:lnTo>
                        <a:pt x="100" y="398"/>
                      </a:lnTo>
                      <a:lnTo>
                        <a:pt x="100" y="398"/>
                      </a:lnTo>
                      <a:lnTo>
                        <a:pt x="104" y="402"/>
                      </a:lnTo>
                      <a:lnTo>
                        <a:pt x="112" y="406"/>
                      </a:lnTo>
                      <a:lnTo>
                        <a:pt x="120" y="410"/>
                      </a:lnTo>
                      <a:lnTo>
                        <a:pt x="120" y="410"/>
                      </a:lnTo>
                      <a:lnTo>
                        <a:pt x="126" y="418"/>
                      </a:lnTo>
                      <a:lnTo>
                        <a:pt x="130" y="426"/>
                      </a:lnTo>
                      <a:lnTo>
                        <a:pt x="130" y="430"/>
                      </a:lnTo>
                      <a:lnTo>
                        <a:pt x="130" y="430"/>
                      </a:lnTo>
                      <a:lnTo>
                        <a:pt x="132" y="434"/>
                      </a:lnTo>
                      <a:lnTo>
                        <a:pt x="136" y="436"/>
                      </a:lnTo>
                      <a:lnTo>
                        <a:pt x="142" y="438"/>
                      </a:lnTo>
                      <a:lnTo>
                        <a:pt x="142" y="438"/>
                      </a:lnTo>
                      <a:lnTo>
                        <a:pt x="146" y="442"/>
                      </a:lnTo>
                      <a:lnTo>
                        <a:pt x="150" y="446"/>
                      </a:lnTo>
                      <a:lnTo>
                        <a:pt x="152" y="452"/>
                      </a:lnTo>
                      <a:lnTo>
                        <a:pt x="152" y="452"/>
                      </a:lnTo>
                      <a:lnTo>
                        <a:pt x="152" y="456"/>
                      </a:lnTo>
                      <a:lnTo>
                        <a:pt x="154" y="458"/>
                      </a:lnTo>
                      <a:lnTo>
                        <a:pt x="158" y="466"/>
                      </a:lnTo>
                      <a:lnTo>
                        <a:pt x="166" y="472"/>
                      </a:lnTo>
                      <a:lnTo>
                        <a:pt x="170" y="474"/>
                      </a:lnTo>
                      <a:lnTo>
                        <a:pt x="170" y="474"/>
                      </a:lnTo>
                      <a:lnTo>
                        <a:pt x="174" y="476"/>
                      </a:lnTo>
                      <a:lnTo>
                        <a:pt x="178" y="480"/>
                      </a:lnTo>
                      <a:lnTo>
                        <a:pt x="182" y="486"/>
                      </a:lnTo>
                      <a:lnTo>
                        <a:pt x="182" y="486"/>
                      </a:lnTo>
                      <a:lnTo>
                        <a:pt x="186" y="490"/>
                      </a:lnTo>
                      <a:lnTo>
                        <a:pt x="192" y="494"/>
                      </a:lnTo>
                      <a:lnTo>
                        <a:pt x="200" y="500"/>
                      </a:lnTo>
                      <a:lnTo>
                        <a:pt x="200" y="500"/>
                      </a:lnTo>
                      <a:lnTo>
                        <a:pt x="216" y="510"/>
                      </a:lnTo>
                      <a:lnTo>
                        <a:pt x="224" y="516"/>
                      </a:lnTo>
                      <a:lnTo>
                        <a:pt x="224" y="516"/>
                      </a:lnTo>
                      <a:lnTo>
                        <a:pt x="230" y="518"/>
                      </a:lnTo>
                      <a:lnTo>
                        <a:pt x="238" y="518"/>
                      </a:lnTo>
                      <a:lnTo>
                        <a:pt x="246" y="518"/>
                      </a:lnTo>
                      <a:lnTo>
                        <a:pt x="268" y="512"/>
                      </a:lnTo>
                      <a:lnTo>
                        <a:pt x="288" y="504"/>
                      </a:lnTo>
                      <a:lnTo>
                        <a:pt x="306" y="496"/>
                      </a:lnTo>
                      <a:lnTo>
                        <a:pt x="332" y="486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34" y="504"/>
                      </a:lnTo>
                      <a:lnTo>
                        <a:pt x="320" y="526"/>
                      </a:lnTo>
                      <a:lnTo>
                        <a:pt x="320" y="526"/>
                      </a:lnTo>
                      <a:lnTo>
                        <a:pt x="302" y="566"/>
                      </a:lnTo>
                      <a:lnTo>
                        <a:pt x="298" y="576"/>
                      </a:lnTo>
                      <a:lnTo>
                        <a:pt x="298" y="582"/>
                      </a:lnTo>
                      <a:lnTo>
                        <a:pt x="298" y="586"/>
                      </a:lnTo>
                      <a:lnTo>
                        <a:pt x="300" y="586"/>
                      </a:lnTo>
                      <a:lnTo>
                        <a:pt x="302" y="586"/>
                      </a:lnTo>
                      <a:lnTo>
                        <a:pt x="310" y="598"/>
                      </a:lnTo>
                      <a:lnTo>
                        <a:pt x="310" y="598"/>
                      </a:lnTo>
                      <a:lnTo>
                        <a:pt x="318" y="604"/>
                      </a:lnTo>
                      <a:lnTo>
                        <a:pt x="334" y="622"/>
                      </a:lnTo>
                      <a:lnTo>
                        <a:pt x="344" y="630"/>
                      </a:lnTo>
                      <a:lnTo>
                        <a:pt x="356" y="638"/>
                      </a:lnTo>
                      <a:lnTo>
                        <a:pt x="366" y="644"/>
                      </a:lnTo>
                      <a:lnTo>
                        <a:pt x="376" y="646"/>
                      </a:lnTo>
                      <a:lnTo>
                        <a:pt x="376" y="646"/>
                      </a:lnTo>
                      <a:lnTo>
                        <a:pt x="384" y="646"/>
                      </a:lnTo>
                      <a:lnTo>
                        <a:pt x="390" y="648"/>
                      </a:lnTo>
                      <a:lnTo>
                        <a:pt x="396" y="650"/>
                      </a:lnTo>
                      <a:lnTo>
                        <a:pt x="398" y="654"/>
                      </a:lnTo>
                      <a:lnTo>
                        <a:pt x="402" y="660"/>
                      </a:lnTo>
                      <a:lnTo>
                        <a:pt x="404" y="662"/>
                      </a:lnTo>
                      <a:lnTo>
                        <a:pt x="404" y="662"/>
                      </a:lnTo>
                      <a:lnTo>
                        <a:pt x="414" y="670"/>
                      </a:lnTo>
                      <a:lnTo>
                        <a:pt x="424" y="676"/>
                      </a:lnTo>
                      <a:lnTo>
                        <a:pt x="428" y="678"/>
                      </a:lnTo>
                      <a:lnTo>
                        <a:pt x="434" y="676"/>
                      </a:lnTo>
                      <a:lnTo>
                        <a:pt x="434" y="676"/>
                      </a:lnTo>
                      <a:lnTo>
                        <a:pt x="438" y="678"/>
                      </a:lnTo>
                      <a:lnTo>
                        <a:pt x="444" y="680"/>
                      </a:lnTo>
                      <a:lnTo>
                        <a:pt x="454" y="692"/>
                      </a:lnTo>
                      <a:lnTo>
                        <a:pt x="460" y="704"/>
                      </a:lnTo>
                      <a:lnTo>
                        <a:pt x="464" y="710"/>
                      </a:lnTo>
                      <a:lnTo>
                        <a:pt x="464" y="710"/>
                      </a:lnTo>
                      <a:lnTo>
                        <a:pt x="466" y="716"/>
                      </a:lnTo>
                      <a:lnTo>
                        <a:pt x="470" y="730"/>
                      </a:lnTo>
                      <a:lnTo>
                        <a:pt x="472" y="740"/>
                      </a:lnTo>
                      <a:lnTo>
                        <a:pt x="472" y="750"/>
                      </a:lnTo>
                      <a:lnTo>
                        <a:pt x="470" y="760"/>
                      </a:lnTo>
                      <a:lnTo>
                        <a:pt x="468" y="770"/>
                      </a:lnTo>
                      <a:lnTo>
                        <a:pt x="468" y="770"/>
                      </a:lnTo>
                      <a:lnTo>
                        <a:pt x="460" y="788"/>
                      </a:lnTo>
                      <a:lnTo>
                        <a:pt x="456" y="800"/>
                      </a:lnTo>
                      <a:lnTo>
                        <a:pt x="454" y="810"/>
                      </a:lnTo>
                      <a:lnTo>
                        <a:pt x="454" y="810"/>
                      </a:lnTo>
                      <a:lnTo>
                        <a:pt x="452" y="816"/>
                      </a:lnTo>
                      <a:lnTo>
                        <a:pt x="452" y="824"/>
                      </a:lnTo>
                      <a:lnTo>
                        <a:pt x="454" y="832"/>
                      </a:lnTo>
                      <a:lnTo>
                        <a:pt x="454" y="832"/>
                      </a:lnTo>
                      <a:lnTo>
                        <a:pt x="458" y="852"/>
                      </a:lnTo>
                      <a:lnTo>
                        <a:pt x="462" y="858"/>
                      </a:lnTo>
                      <a:lnTo>
                        <a:pt x="466" y="864"/>
                      </a:lnTo>
                      <a:lnTo>
                        <a:pt x="466" y="864"/>
                      </a:lnTo>
                      <a:lnTo>
                        <a:pt x="468" y="864"/>
                      </a:lnTo>
                      <a:lnTo>
                        <a:pt x="472" y="864"/>
                      </a:lnTo>
                      <a:lnTo>
                        <a:pt x="472" y="864"/>
                      </a:lnTo>
                      <a:lnTo>
                        <a:pt x="476" y="860"/>
                      </a:lnTo>
                      <a:lnTo>
                        <a:pt x="480" y="858"/>
                      </a:lnTo>
                      <a:lnTo>
                        <a:pt x="496" y="810"/>
                      </a:lnTo>
                      <a:lnTo>
                        <a:pt x="490" y="798"/>
                      </a:lnTo>
                      <a:lnTo>
                        <a:pt x="490" y="798"/>
                      </a:lnTo>
                      <a:lnTo>
                        <a:pt x="492" y="792"/>
                      </a:lnTo>
                      <a:lnTo>
                        <a:pt x="494" y="786"/>
                      </a:lnTo>
                      <a:lnTo>
                        <a:pt x="498" y="784"/>
                      </a:lnTo>
                      <a:lnTo>
                        <a:pt x="498" y="784"/>
                      </a:lnTo>
                      <a:lnTo>
                        <a:pt x="502" y="778"/>
                      </a:lnTo>
                      <a:lnTo>
                        <a:pt x="506" y="770"/>
                      </a:lnTo>
                      <a:lnTo>
                        <a:pt x="508" y="758"/>
                      </a:lnTo>
                      <a:lnTo>
                        <a:pt x="508" y="758"/>
                      </a:lnTo>
                      <a:lnTo>
                        <a:pt x="512" y="748"/>
                      </a:lnTo>
                      <a:lnTo>
                        <a:pt x="520" y="726"/>
                      </a:lnTo>
                      <a:lnTo>
                        <a:pt x="520" y="726"/>
                      </a:lnTo>
                      <a:lnTo>
                        <a:pt x="524" y="694"/>
                      </a:lnTo>
                      <a:lnTo>
                        <a:pt x="526" y="676"/>
                      </a:lnTo>
                      <a:lnTo>
                        <a:pt x="524" y="662"/>
                      </a:lnTo>
                      <a:lnTo>
                        <a:pt x="524" y="662"/>
                      </a:lnTo>
                      <a:lnTo>
                        <a:pt x="504" y="578"/>
                      </a:lnTo>
                      <a:lnTo>
                        <a:pt x="494" y="526"/>
                      </a:lnTo>
                      <a:lnTo>
                        <a:pt x="492" y="510"/>
                      </a:lnTo>
                      <a:lnTo>
                        <a:pt x="492" y="504"/>
                      </a:lnTo>
                      <a:lnTo>
                        <a:pt x="494" y="502"/>
                      </a:lnTo>
                      <a:lnTo>
                        <a:pt x="494" y="502"/>
                      </a:lnTo>
                      <a:lnTo>
                        <a:pt x="498" y="498"/>
                      </a:lnTo>
                      <a:lnTo>
                        <a:pt x="500" y="492"/>
                      </a:lnTo>
                      <a:lnTo>
                        <a:pt x="504" y="474"/>
                      </a:lnTo>
                      <a:lnTo>
                        <a:pt x="512" y="500"/>
                      </a:lnTo>
                      <a:lnTo>
                        <a:pt x="518" y="508"/>
                      </a:lnTo>
                      <a:lnTo>
                        <a:pt x="518" y="520"/>
                      </a:lnTo>
                      <a:lnTo>
                        <a:pt x="526" y="538"/>
                      </a:lnTo>
                      <a:lnTo>
                        <a:pt x="528" y="542"/>
                      </a:lnTo>
                      <a:lnTo>
                        <a:pt x="538" y="568"/>
                      </a:lnTo>
                      <a:lnTo>
                        <a:pt x="542" y="568"/>
                      </a:lnTo>
                      <a:lnTo>
                        <a:pt x="544" y="572"/>
                      </a:lnTo>
                      <a:lnTo>
                        <a:pt x="542" y="576"/>
                      </a:lnTo>
                      <a:lnTo>
                        <a:pt x="548" y="588"/>
                      </a:lnTo>
                      <a:lnTo>
                        <a:pt x="556" y="608"/>
                      </a:lnTo>
                      <a:lnTo>
                        <a:pt x="570" y="620"/>
                      </a:lnTo>
                      <a:lnTo>
                        <a:pt x="588" y="626"/>
                      </a:lnTo>
                      <a:lnTo>
                        <a:pt x="584" y="614"/>
                      </a:lnTo>
                      <a:lnTo>
                        <a:pt x="590" y="624"/>
                      </a:lnTo>
                      <a:lnTo>
                        <a:pt x="598" y="608"/>
                      </a:lnTo>
                      <a:lnTo>
                        <a:pt x="598" y="590"/>
                      </a:lnTo>
                      <a:lnTo>
                        <a:pt x="590" y="570"/>
                      </a:lnTo>
                      <a:lnTo>
                        <a:pt x="586" y="558"/>
                      </a:lnTo>
                      <a:lnTo>
                        <a:pt x="580" y="556"/>
                      </a:lnTo>
                      <a:lnTo>
                        <a:pt x="580" y="552"/>
                      </a:lnTo>
                      <a:lnTo>
                        <a:pt x="582" y="548"/>
                      </a:lnTo>
                      <a:lnTo>
                        <a:pt x="572" y="524"/>
                      </a:lnTo>
                      <a:lnTo>
                        <a:pt x="570" y="520"/>
                      </a:lnTo>
                      <a:lnTo>
                        <a:pt x="562" y="502"/>
                      </a:lnTo>
                      <a:lnTo>
                        <a:pt x="554" y="492"/>
                      </a:lnTo>
                      <a:lnTo>
                        <a:pt x="550" y="484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54" y="470"/>
                      </a:lnTo>
                      <a:lnTo>
                        <a:pt x="560" y="472"/>
                      </a:lnTo>
                      <a:lnTo>
                        <a:pt x="566" y="472"/>
                      </a:lnTo>
                      <a:lnTo>
                        <a:pt x="566" y="472"/>
                      </a:lnTo>
                      <a:close/>
                      <a:moveTo>
                        <a:pt x="466" y="344"/>
                      </a:move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25ADD0-C5C7-445C-B149-F3532D0D40BB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CCD68E5-9EA9-4A29-89D8-3DAFC80810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32004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Goal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bg1"/>
                </a:solidFill>
              </a:rPr>
              <a:t>Students will be able to write, use and properly punctuate the four basic sentence structures.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FF00"/>
                </a:solidFill>
              </a:rPr>
              <a:t>Learning the four sentence structures will help us to become better writers by showing us how to use varying sentence lengths.</a:t>
            </a:r>
          </a:p>
          <a:p>
            <a:pPr>
              <a:defRPr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091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457200"/>
            <a:ext cx="8382000" cy="3810000"/>
          </a:xfrm>
        </p:spPr>
        <p:txBody>
          <a:bodyPr rtlCol="0">
            <a:normAutofit fontScale="5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0" b="1" u="sng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 Basic Sentence Structures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5700" b="1" u="sng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85800" indent="-6858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5400" dirty="0" smtClean="0">
                <a:solidFill>
                  <a:srgbClr val="FFFF00"/>
                </a:solidFill>
              </a:rPr>
              <a:t>Simple (s)</a:t>
            </a:r>
          </a:p>
          <a:p>
            <a:pPr marL="685800" indent="-6858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5400" dirty="0" smtClean="0">
                <a:solidFill>
                  <a:srgbClr val="FFFF00"/>
                </a:solidFill>
              </a:rPr>
              <a:t>Compound (c)</a:t>
            </a:r>
          </a:p>
          <a:p>
            <a:pPr marL="685800" indent="-6858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5400" dirty="0" smtClean="0">
                <a:solidFill>
                  <a:srgbClr val="FFFF00"/>
                </a:solidFill>
              </a:rPr>
              <a:t>Complex (cx)</a:t>
            </a:r>
          </a:p>
          <a:p>
            <a:pPr marL="685800" indent="-6858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5400" dirty="0" smtClean="0">
                <a:solidFill>
                  <a:srgbClr val="FFFF00"/>
                </a:solidFill>
              </a:rPr>
              <a:t>Compound-Complex (ccx)</a:t>
            </a:r>
            <a:r>
              <a:rPr lang="en-US" sz="5400" dirty="0" smtClean="0">
                <a:solidFill>
                  <a:schemeClr val="tx2"/>
                </a:solidFill>
              </a:rPr>
              <a:t/>
            </a:r>
            <a:br>
              <a:rPr lang="en-US" sz="5400" dirty="0" smtClean="0">
                <a:solidFill>
                  <a:schemeClr val="tx2"/>
                </a:solidFill>
              </a:rPr>
            </a:br>
            <a:endParaRPr lang="en-US" sz="5400" dirty="0" smtClean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62000" y="5029200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US" altLang="en-US" sz="2400" dirty="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90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609600"/>
            <a:ext cx="8537575" cy="18288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Basic Elements of Every Sentence</a:t>
            </a:r>
            <a:endParaRPr lang="en-US" altLang="en-US" smtClean="0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609600" y="3657600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4495800" y="36576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838200" y="3733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2"/>
                </a:solidFill>
                <a:latin typeface="Times" charset="0"/>
              </a:rPr>
              <a:t>SUBJECT</a:t>
            </a:r>
            <a:endParaRPr lang="en-US" altLang="en-US" sz="2400" b="1">
              <a:solidFill>
                <a:schemeClr val="bg2"/>
              </a:solidFill>
              <a:latin typeface="Times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4724400" y="3733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PREDICATE</a:t>
            </a:r>
          </a:p>
        </p:txBody>
      </p:sp>
    </p:spTree>
    <p:extLst>
      <p:ext uri="{BB962C8B-B14F-4D97-AF65-F5344CB8AC3E}">
        <p14:creationId xmlns:p14="http://schemas.microsoft.com/office/powerpoint/2010/main" val="392649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Basic Elements</a:t>
            </a:r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609600" y="3657600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4495800" y="36576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838200" y="37211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Times" charset="0"/>
              </a:rPr>
              <a:t>Mary</a:t>
            </a:r>
            <a:endParaRPr lang="en-US" altLang="en-US" sz="2400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953000" y="3733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Times" charset="0"/>
              </a:rPr>
              <a:t>plays tennis</a:t>
            </a:r>
            <a:r>
              <a:rPr lang="en-US" altLang="en-US" sz="2800">
                <a:solidFill>
                  <a:schemeClr val="accent1"/>
                </a:solidFill>
                <a:latin typeface="Times" charset="0"/>
              </a:rPr>
              <a:t>.</a:t>
            </a:r>
          </a:p>
        </p:txBody>
      </p:sp>
      <p:sp>
        <p:nvSpPr>
          <p:cNvPr id="5127" name="AutoShape 9"/>
          <p:cNvSpPr>
            <a:spLocks noChangeArrowheads="1"/>
          </p:cNvSpPr>
          <p:nvPr/>
        </p:nvSpPr>
        <p:spPr bwMode="auto">
          <a:xfrm>
            <a:off x="609600" y="2133600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5128" name="AutoShape 10"/>
          <p:cNvSpPr>
            <a:spLocks noChangeArrowheads="1"/>
          </p:cNvSpPr>
          <p:nvPr/>
        </p:nvSpPr>
        <p:spPr bwMode="auto">
          <a:xfrm>
            <a:off x="4495800" y="21336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838200" y="21971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SUBJECT</a:t>
            </a:r>
            <a:endParaRPr lang="en-US" altLang="en-US" sz="2400" b="1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5130" name="Text Box 12"/>
          <p:cNvSpPr txBox="1">
            <a:spLocks noChangeArrowheads="1"/>
          </p:cNvSpPr>
          <p:nvPr/>
        </p:nvSpPr>
        <p:spPr bwMode="auto">
          <a:xfrm>
            <a:off x="5029200" y="2209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PREDICATE</a:t>
            </a:r>
          </a:p>
        </p:txBody>
      </p:sp>
      <p:sp>
        <p:nvSpPr>
          <p:cNvPr id="5131" name="AutoShape 13"/>
          <p:cNvSpPr>
            <a:spLocks noChangeArrowheads="1"/>
          </p:cNvSpPr>
          <p:nvPr/>
        </p:nvSpPr>
        <p:spPr bwMode="auto">
          <a:xfrm>
            <a:off x="6172200" y="2971800"/>
            <a:ext cx="5334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5132" name="AutoShape 14"/>
          <p:cNvSpPr>
            <a:spLocks noChangeArrowheads="1"/>
          </p:cNvSpPr>
          <p:nvPr/>
        </p:nvSpPr>
        <p:spPr bwMode="auto">
          <a:xfrm>
            <a:off x="2362200" y="2971800"/>
            <a:ext cx="5334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pic>
        <p:nvPicPr>
          <p:cNvPr id="5133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0"/>
            <a:ext cx="1879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4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0"/>
            <a:ext cx="1193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05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FFFF00"/>
                </a:solidFill>
              </a:rPr>
              <a:t>Simple Sentence</a:t>
            </a:r>
          </a:p>
        </p:txBody>
      </p:sp>
      <p:sp>
        <p:nvSpPr>
          <p:cNvPr id="7171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en-US" altLang="en-US" b="1" smtClean="0"/>
              <a:t>   A simple sentence has one subject  and one predicate.</a:t>
            </a:r>
          </a:p>
          <a:p>
            <a:pPr eaLnBrk="1" hangingPunct="1">
              <a:lnSpc>
                <a:spcPct val="170000"/>
              </a:lnSpc>
              <a:buFont typeface="Wingdings" pitchFamily="2" charset="2"/>
              <a:buChar char="Ø"/>
            </a:pPr>
            <a:endParaRPr lang="en-US" altLang="en-US" b="1" smtClean="0"/>
          </a:p>
        </p:txBody>
      </p:sp>
      <p:pic>
        <p:nvPicPr>
          <p:cNvPr id="7172" name="Picture 6" descr="yoxe_hit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581400"/>
            <a:ext cx="296227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472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smtClean="0"/>
              <a:t>Simple Sentence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600200" y="3352800"/>
            <a:ext cx="721062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CC0000"/>
                </a:solidFill>
              </a:rPr>
              <a:t>We went to </a:t>
            </a:r>
            <a:r>
              <a:rPr lang="en-US" sz="3200" b="1" dirty="0" smtClean="0">
                <a:solidFill>
                  <a:srgbClr val="CC0000"/>
                </a:solidFill>
              </a:rPr>
              <a:t>Tamale </a:t>
            </a:r>
            <a:r>
              <a:rPr lang="en-US" sz="3200" b="1" dirty="0">
                <a:solidFill>
                  <a:srgbClr val="CC0000"/>
                </a:solidFill>
              </a:rPr>
              <a:t>yesterday.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1295400" y="1905000"/>
            <a:ext cx="76041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/>
              <a:t>Observe how a simple sentence is constructed:</a:t>
            </a:r>
          </a:p>
        </p:txBody>
      </p:sp>
      <p:pic>
        <p:nvPicPr>
          <p:cNvPr id="8197" name="Picture 6" descr="pgwgcsns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267200"/>
            <a:ext cx="1752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264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Simple Sentence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371600" y="3505200"/>
            <a:ext cx="535755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294BD9"/>
                </a:solidFill>
              </a:rPr>
              <a:t>We  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58A034"/>
                </a:solidFill>
              </a:rPr>
              <a:t>went  </a:t>
            </a:r>
            <a:r>
              <a:rPr lang="en-US" sz="3200" b="1" dirty="0">
                <a:solidFill>
                  <a:srgbClr val="E400A8"/>
                </a:solidFill>
              </a:rPr>
              <a:t>to </a:t>
            </a:r>
            <a:r>
              <a:rPr lang="en-US" sz="3200" b="1" dirty="0" smtClean="0">
                <a:solidFill>
                  <a:srgbClr val="E400A8"/>
                </a:solidFill>
              </a:rPr>
              <a:t>Tamale </a:t>
            </a:r>
            <a:r>
              <a:rPr lang="en-US" sz="3200" b="1" dirty="0">
                <a:solidFill>
                  <a:srgbClr val="E400A8"/>
                </a:solidFill>
              </a:rPr>
              <a:t>.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762000" y="2286000"/>
            <a:ext cx="1700213" cy="5286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294BD9"/>
                </a:solidFill>
              </a:rPr>
              <a:t>Pronoun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2971800" y="2362200"/>
            <a:ext cx="1023938" cy="5286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58A034"/>
                </a:solidFill>
              </a:rPr>
              <a:t>Verb</a:t>
            </a: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762000" y="4876800"/>
            <a:ext cx="28956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800" b="1">
                <a:latin typeface="Times" charset="0"/>
              </a:rPr>
              <a:t>Simple subject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4343400" y="4876800"/>
            <a:ext cx="38100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800" b="1">
                <a:latin typeface="Times" charset="0"/>
              </a:rPr>
              <a:t>Complete predicate</a:t>
            </a:r>
          </a:p>
        </p:txBody>
      </p:sp>
      <p:sp>
        <p:nvSpPr>
          <p:cNvPr id="9224" name="Line 9"/>
          <p:cNvSpPr>
            <a:spLocks noChangeShapeType="1"/>
          </p:cNvSpPr>
          <p:nvPr/>
        </p:nvSpPr>
        <p:spPr bwMode="auto">
          <a:xfrm>
            <a:off x="1600200" y="2819400"/>
            <a:ext cx="152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5" name="Line 10"/>
          <p:cNvSpPr>
            <a:spLocks noChangeShapeType="1"/>
          </p:cNvSpPr>
          <p:nvPr/>
        </p:nvSpPr>
        <p:spPr bwMode="auto">
          <a:xfrm flipV="1">
            <a:off x="1600200" y="4038600"/>
            <a:ext cx="152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6" name="Line 11"/>
          <p:cNvSpPr>
            <a:spLocks noChangeShapeType="1"/>
          </p:cNvSpPr>
          <p:nvPr/>
        </p:nvSpPr>
        <p:spPr bwMode="auto">
          <a:xfrm flipH="1">
            <a:off x="3048000" y="2895600"/>
            <a:ext cx="685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7" name="AutoShape 12"/>
          <p:cNvSpPr>
            <a:spLocks/>
          </p:cNvSpPr>
          <p:nvPr/>
        </p:nvSpPr>
        <p:spPr bwMode="auto">
          <a:xfrm rot="-5361910">
            <a:off x="4156075" y="2320925"/>
            <a:ext cx="760413" cy="4043363"/>
          </a:xfrm>
          <a:prstGeom prst="leftBrace">
            <a:avLst>
              <a:gd name="adj1" fmla="val 44311"/>
              <a:gd name="adj2" fmla="val 5188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11276" name="Text Box 13"/>
          <p:cNvSpPr txBox="1">
            <a:spLocks noChangeArrowheads="1"/>
          </p:cNvSpPr>
          <p:nvPr/>
        </p:nvSpPr>
        <p:spPr bwMode="auto">
          <a:xfrm>
            <a:off x="4648200" y="2362200"/>
            <a:ext cx="3863975" cy="5286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E400A8"/>
                </a:solidFill>
              </a:rPr>
              <a:t>Prepositional phrase</a:t>
            </a:r>
          </a:p>
        </p:txBody>
      </p:sp>
      <p:sp>
        <p:nvSpPr>
          <p:cNvPr id="9229" name="AutoShape 14"/>
          <p:cNvSpPr>
            <a:spLocks/>
          </p:cNvSpPr>
          <p:nvPr/>
        </p:nvSpPr>
        <p:spPr bwMode="auto">
          <a:xfrm rot="5400000">
            <a:off x="4572000" y="2133600"/>
            <a:ext cx="685800" cy="25146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453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SIMPLE SENTENCE</a:t>
            </a:r>
          </a:p>
        </p:txBody>
      </p:sp>
      <p:sp>
        <p:nvSpPr>
          <p:cNvPr id="10243" name="AutoShape 3"/>
          <p:cNvSpPr>
            <a:spLocks noChangeArrowheads="1"/>
          </p:cNvSpPr>
          <p:nvPr/>
        </p:nvSpPr>
        <p:spPr bwMode="auto">
          <a:xfrm>
            <a:off x="609600" y="3265488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4495800" y="32766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838200" y="3352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Times" charset="0"/>
              </a:rPr>
              <a:t>Mary</a:t>
            </a:r>
            <a:endParaRPr lang="en-US" altLang="en-US" sz="2400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4953000" y="33416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Times" charset="0"/>
              </a:rPr>
              <a:t>plays tennis.</a:t>
            </a:r>
          </a:p>
        </p:txBody>
      </p:sp>
      <p:sp>
        <p:nvSpPr>
          <p:cNvPr id="10247" name="AutoShape 7"/>
          <p:cNvSpPr>
            <a:spLocks noChangeArrowheads="1"/>
          </p:cNvSpPr>
          <p:nvPr/>
        </p:nvSpPr>
        <p:spPr bwMode="auto">
          <a:xfrm>
            <a:off x="609600" y="1752600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0248" name="AutoShape 8"/>
          <p:cNvSpPr>
            <a:spLocks noChangeArrowheads="1"/>
          </p:cNvSpPr>
          <p:nvPr/>
        </p:nvSpPr>
        <p:spPr bwMode="auto">
          <a:xfrm>
            <a:off x="4495800" y="17526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838200" y="18542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SUBJECT</a:t>
            </a:r>
            <a:endParaRPr lang="en-US" altLang="en-US" sz="2400" b="1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5029200" y="1828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PREDICATE</a:t>
            </a:r>
          </a:p>
        </p:txBody>
      </p:sp>
      <p:sp>
        <p:nvSpPr>
          <p:cNvPr id="10251" name="AutoShape 11"/>
          <p:cNvSpPr>
            <a:spLocks noChangeArrowheads="1"/>
          </p:cNvSpPr>
          <p:nvPr/>
        </p:nvSpPr>
        <p:spPr bwMode="auto">
          <a:xfrm>
            <a:off x="2286000" y="2692400"/>
            <a:ext cx="5334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1066800" y="4179888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Arial" charset="0"/>
              </a:rPr>
              <a:t>     one subject 			one predicate</a:t>
            </a:r>
          </a:p>
        </p:txBody>
      </p:sp>
      <p:sp>
        <p:nvSpPr>
          <p:cNvPr id="10253" name="AutoShape 13"/>
          <p:cNvSpPr>
            <a:spLocks noChangeArrowheads="1"/>
          </p:cNvSpPr>
          <p:nvPr/>
        </p:nvSpPr>
        <p:spPr bwMode="auto">
          <a:xfrm>
            <a:off x="6172200" y="2603500"/>
            <a:ext cx="5334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pic>
        <p:nvPicPr>
          <p:cNvPr id="10254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724400"/>
            <a:ext cx="1879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724400"/>
            <a:ext cx="1193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019245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Simple Sentence</a:t>
            </a:r>
          </a:p>
        </p:txBody>
      </p:sp>
      <p:sp>
        <p:nvSpPr>
          <p:cNvPr id="11267" name="AutoShape 4"/>
          <p:cNvSpPr>
            <a:spLocks noChangeArrowheads="1"/>
          </p:cNvSpPr>
          <p:nvPr/>
        </p:nvSpPr>
        <p:spPr bwMode="auto">
          <a:xfrm>
            <a:off x="4724400" y="2438400"/>
            <a:ext cx="3733800" cy="17526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4800600" y="30480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play tennis.</a:t>
            </a:r>
            <a:endParaRPr lang="en-US" altLang="en-US" sz="2800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1269" name="AutoShape 7"/>
          <p:cNvSpPr>
            <a:spLocks noChangeArrowheads="1"/>
          </p:cNvSpPr>
          <p:nvPr/>
        </p:nvSpPr>
        <p:spPr bwMode="auto">
          <a:xfrm>
            <a:off x="609600" y="2438400"/>
            <a:ext cx="3962400" cy="17526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1270" name="Text Box 9"/>
          <p:cNvSpPr txBox="1">
            <a:spLocks noChangeArrowheads="1"/>
          </p:cNvSpPr>
          <p:nvPr/>
        </p:nvSpPr>
        <p:spPr bwMode="auto">
          <a:xfrm>
            <a:off x="457200" y="304800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Tom and Mary</a:t>
            </a:r>
            <a:endParaRPr lang="en-US" altLang="en-US" sz="2400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1271" name="Text Box 12"/>
          <p:cNvSpPr txBox="1">
            <a:spLocks noChangeArrowheads="1"/>
          </p:cNvSpPr>
          <p:nvPr/>
        </p:nvSpPr>
        <p:spPr bwMode="auto">
          <a:xfrm>
            <a:off x="990600" y="45720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Arial" charset="0"/>
              </a:rPr>
              <a:t>Compound Subject</a:t>
            </a:r>
          </a:p>
        </p:txBody>
      </p:sp>
      <p:pic>
        <p:nvPicPr>
          <p:cNvPr id="11272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572000"/>
            <a:ext cx="1879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105400"/>
            <a:ext cx="1193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181600"/>
            <a:ext cx="9906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5" name="Text Box 20"/>
          <p:cNvSpPr txBox="1">
            <a:spLocks noChangeArrowheads="1"/>
          </p:cNvSpPr>
          <p:nvPr/>
        </p:nvSpPr>
        <p:spPr bwMode="auto">
          <a:xfrm>
            <a:off x="2286000" y="548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imes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98379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Simple Sentence</a:t>
            </a:r>
          </a:p>
        </p:txBody>
      </p:sp>
      <p:sp>
        <p:nvSpPr>
          <p:cNvPr id="12291" name="AutoShape 3"/>
          <p:cNvSpPr>
            <a:spLocks noChangeArrowheads="1"/>
          </p:cNvSpPr>
          <p:nvPr/>
        </p:nvSpPr>
        <p:spPr bwMode="auto">
          <a:xfrm>
            <a:off x="4724400" y="2133600"/>
            <a:ext cx="3886200" cy="17526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876800" y="2514600"/>
            <a:ext cx="3733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play tennis and swim.</a:t>
            </a:r>
            <a:endParaRPr lang="en-US" altLang="en-US" sz="2800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533400" y="2133600"/>
            <a:ext cx="3962400" cy="17526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381000" y="274320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Tom and Mary</a:t>
            </a:r>
            <a:endParaRPr lang="en-US" altLang="en-US" sz="2400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990600" y="42672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Arial" charset="0"/>
              </a:rPr>
              <a:t>Compound Subject                Compound Predicate</a:t>
            </a:r>
          </a:p>
        </p:txBody>
      </p:sp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800600"/>
            <a:ext cx="1193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876800"/>
            <a:ext cx="9906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953000"/>
            <a:ext cx="14462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7467600" y="4800600"/>
          <a:ext cx="804863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Document" r:id="rId7" imgW="804672" imgH="1776984" progId="Word.Document.8">
                  <p:embed/>
                </p:oleObj>
              </mc:Choice>
              <mc:Fallback>
                <p:oleObj name="Document" r:id="rId7" imgW="804672" imgH="17769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800600"/>
                        <a:ext cx="804863" cy="177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286000" y="5181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imes" charset="0"/>
              </a:rPr>
              <a:t>&amp;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6858000" y="5105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imes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292524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609600"/>
            <a:ext cx="7772400" cy="1981200"/>
          </a:xfrm>
          <a:ln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mtClean="0"/>
              <a:t>SIMPLE SENTENCE</a:t>
            </a:r>
            <a:br>
              <a:rPr lang="en-US" altLang="en-US" smtClean="0"/>
            </a:br>
            <a:r>
              <a:rPr lang="en-US" altLang="en-US" smtClean="0"/>
              <a:t>with compound subject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457200" y="3581400"/>
            <a:ext cx="784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 i="1">
                <a:latin typeface="Arial" charset="0"/>
              </a:rPr>
              <a:t>Tom </a:t>
            </a:r>
            <a:r>
              <a:rPr lang="en-US" altLang="en-US" sz="4400" b="1" i="1">
                <a:solidFill>
                  <a:srgbClr val="FFFF00"/>
                </a:solidFill>
                <a:latin typeface="Arial" charset="0"/>
              </a:rPr>
              <a:t>and </a:t>
            </a:r>
            <a:r>
              <a:rPr lang="en-US" altLang="en-US" sz="4400" b="1" i="1">
                <a:latin typeface="Arial" charset="0"/>
              </a:rPr>
              <a:t>Mary play tennis.</a:t>
            </a:r>
            <a:endParaRPr lang="en-US" altLang="en-US" sz="2400" i="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09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609600"/>
            <a:ext cx="7543800" cy="3048000"/>
          </a:xfrm>
          <a:ln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mtClean="0"/>
              <a:t>SIMPLE SENTENCE</a:t>
            </a:r>
            <a:br>
              <a:rPr lang="en-US" altLang="en-US" smtClean="0"/>
            </a:br>
            <a:r>
              <a:rPr lang="en-US" altLang="en-US" smtClean="0"/>
              <a:t>with compound subject </a:t>
            </a:r>
            <a:br>
              <a:rPr lang="en-US" altLang="en-US" smtClean="0"/>
            </a:br>
            <a:r>
              <a:rPr lang="en-US" altLang="en-US" smtClean="0"/>
              <a:t>and</a:t>
            </a:r>
            <a:br>
              <a:rPr lang="en-US" altLang="en-US" smtClean="0"/>
            </a:br>
            <a:r>
              <a:rPr lang="en-US" altLang="en-US" smtClean="0"/>
              <a:t>compound predicate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04800" y="4343400"/>
            <a:ext cx="83820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400" b="1" i="1">
                <a:latin typeface="Arial" charset="0"/>
              </a:rPr>
              <a:t>Tom </a:t>
            </a:r>
            <a:r>
              <a:rPr lang="en-US" altLang="en-US" sz="4400" b="1" i="1">
                <a:solidFill>
                  <a:srgbClr val="FFFF00"/>
                </a:solidFill>
                <a:latin typeface="Arial" charset="0"/>
              </a:rPr>
              <a:t>and</a:t>
            </a:r>
            <a:r>
              <a:rPr lang="en-US" altLang="en-US" sz="4400" b="1" i="1">
                <a:latin typeface="Arial" charset="0"/>
              </a:rPr>
              <a:t> Mary play tennis </a:t>
            </a:r>
            <a:r>
              <a:rPr lang="en-US" altLang="en-US" sz="4400" b="1" i="1">
                <a:solidFill>
                  <a:srgbClr val="FFFF00"/>
                </a:solidFill>
                <a:latin typeface="Arial" charset="0"/>
              </a:rPr>
              <a:t>and</a:t>
            </a:r>
            <a:r>
              <a:rPr lang="en-US" altLang="en-US" sz="4400" b="1" i="1">
                <a:latin typeface="Arial" charset="0"/>
              </a:rPr>
              <a:t> swim.</a:t>
            </a:r>
          </a:p>
        </p:txBody>
      </p:sp>
    </p:spTree>
    <p:extLst>
      <p:ext uri="{BB962C8B-B14F-4D97-AF65-F5344CB8AC3E}">
        <p14:creationId xmlns:p14="http://schemas.microsoft.com/office/powerpoint/2010/main" val="172221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FFFF00"/>
                </a:solidFill>
              </a:rPr>
              <a:t>Compound Sentence</a:t>
            </a:r>
          </a:p>
        </p:txBody>
      </p:sp>
      <p:sp>
        <p:nvSpPr>
          <p:cNvPr id="16387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153400" cy="495300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lang="en-US" altLang="en-US" sz="2400" b="1" smtClean="0"/>
              <a:t> </a:t>
            </a:r>
            <a:r>
              <a:rPr lang="en-US" altLang="en-US" b="1" smtClean="0"/>
              <a:t>A compound sentence has more than one part that can stand alone (independent clauses).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altLang="en-US" b="1" smtClean="0"/>
              <a:t>Independent clauses are connected by </a:t>
            </a:r>
            <a:r>
              <a:rPr lang="en-US" altLang="en-US" b="1" smtClean="0">
                <a:solidFill>
                  <a:srgbClr val="FFFF00"/>
                </a:solidFill>
              </a:rPr>
              <a:t>coordinating conjunctions</a:t>
            </a:r>
            <a:r>
              <a:rPr lang="en-US" altLang="en-US" b="1" smtClean="0">
                <a:solidFill>
                  <a:schemeClr val="tx2"/>
                </a:solidFill>
              </a:rPr>
              <a:t>, </a:t>
            </a:r>
            <a:r>
              <a:rPr lang="en-US" altLang="en-US" b="1" smtClean="0">
                <a:solidFill>
                  <a:srgbClr val="FFFF00"/>
                </a:solidFill>
              </a:rPr>
              <a:t>conjunctive adverbs or a semi-colon.</a:t>
            </a:r>
          </a:p>
        </p:txBody>
      </p:sp>
    </p:spTree>
    <p:extLst>
      <p:ext uri="{BB962C8B-B14F-4D97-AF65-F5344CB8AC3E}">
        <p14:creationId xmlns:p14="http://schemas.microsoft.com/office/powerpoint/2010/main" val="38709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3733800" y="4495800"/>
            <a:ext cx="1905000" cy="685800"/>
          </a:xfrm>
          <a:prstGeom prst="bevel">
            <a:avLst>
              <a:gd name="adj" fmla="val 125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th-TH" dirty="0">
              <a:solidFill>
                <a:srgbClr val="4C202D"/>
              </a:solidFill>
            </a:endParaRPr>
          </a:p>
        </p:txBody>
      </p:sp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228600"/>
            <a:ext cx="8540750" cy="2590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Compound Sentence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Use of Coordinating Conjunctions</a:t>
            </a:r>
          </a:p>
        </p:txBody>
      </p:sp>
      <p:sp>
        <p:nvSpPr>
          <p:cNvPr id="17412" name="AutoShape 3"/>
          <p:cNvSpPr>
            <a:spLocks noChangeArrowheads="1"/>
          </p:cNvSpPr>
          <p:nvPr/>
        </p:nvSpPr>
        <p:spPr bwMode="auto">
          <a:xfrm>
            <a:off x="533400" y="3657600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7413" name="AutoShape 4"/>
          <p:cNvSpPr>
            <a:spLocks noChangeArrowheads="1"/>
          </p:cNvSpPr>
          <p:nvPr/>
        </p:nvSpPr>
        <p:spPr bwMode="auto">
          <a:xfrm>
            <a:off x="5029200" y="36576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685800" y="3733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SUBJECT</a:t>
            </a:r>
            <a:endParaRPr lang="en-US" altLang="en-US" sz="2400" b="1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7415" name="Text Box 6"/>
          <p:cNvSpPr txBox="1">
            <a:spLocks noChangeArrowheads="1"/>
          </p:cNvSpPr>
          <p:nvPr/>
        </p:nvSpPr>
        <p:spPr bwMode="auto">
          <a:xfrm>
            <a:off x="5181600" y="3733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PREDICATE</a:t>
            </a:r>
          </a:p>
        </p:txBody>
      </p:sp>
      <p:sp>
        <p:nvSpPr>
          <p:cNvPr id="17416" name="AutoShape 7"/>
          <p:cNvSpPr>
            <a:spLocks noChangeArrowheads="1"/>
          </p:cNvSpPr>
          <p:nvPr/>
        </p:nvSpPr>
        <p:spPr bwMode="auto">
          <a:xfrm>
            <a:off x="609600" y="5334000"/>
            <a:ext cx="3810000" cy="6858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7417" name="AutoShape 8"/>
          <p:cNvSpPr>
            <a:spLocks noChangeArrowheads="1"/>
          </p:cNvSpPr>
          <p:nvPr/>
        </p:nvSpPr>
        <p:spPr bwMode="auto">
          <a:xfrm>
            <a:off x="4800600" y="5334000"/>
            <a:ext cx="3810000" cy="685800"/>
          </a:xfrm>
          <a:prstGeom prst="bevel">
            <a:avLst>
              <a:gd name="adj" fmla="val 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17418" name="Text Box 9"/>
          <p:cNvSpPr txBox="1">
            <a:spLocks noChangeArrowheads="1"/>
          </p:cNvSpPr>
          <p:nvPr/>
        </p:nvSpPr>
        <p:spPr bwMode="auto">
          <a:xfrm>
            <a:off x="838200" y="54102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SUBJECT</a:t>
            </a:r>
            <a:endParaRPr lang="en-US" altLang="en-US" sz="2400" b="1">
              <a:solidFill>
                <a:schemeClr val="bg1"/>
              </a:solidFill>
              <a:latin typeface="Times" charset="0"/>
            </a:endParaRPr>
          </a:p>
        </p:txBody>
      </p:sp>
      <p:sp>
        <p:nvSpPr>
          <p:cNvPr id="17419" name="Text Box 10"/>
          <p:cNvSpPr txBox="1">
            <a:spLocks noChangeArrowheads="1"/>
          </p:cNvSpPr>
          <p:nvPr/>
        </p:nvSpPr>
        <p:spPr bwMode="auto">
          <a:xfrm>
            <a:off x="5029200" y="54102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chemeClr val="bg1"/>
                </a:solidFill>
                <a:latin typeface="Times" charset="0"/>
              </a:rPr>
              <a:t>PREDICATE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4038600" y="4572000"/>
            <a:ext cx="1371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ln>
                  <a:solidFill>
                    <a:schemeClr val="accent4">
                      <a:lumMod val="10000"/>
                    </a:schemeClr>
                  </a:solidFill>
                </a:ln>
                <a:solidFill>
                  <a:srgbClr val="FFFF00"/>
                </a:solidFill>
              </a:rPr>
              <a:t>and</a:t>
            </a:r>
            <a:endParaRPr lang="en-US" sz="2800" dirty="0">
              <a:ln>
                <a:solidFill>
                  <a:schemeClr val="accent4">
                    <a:lumMod val="10000"/>
                  </a:schemeClr>
                </a:solidFill>
              </a:ln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288484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20000" cy="19050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COORDINATING CONJUNCTIONS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3581400" y="2667000"/>
            <a:ext cx="1524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FOR</a:t>
            </a:r>
          </a:p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AND</a:t>
            </a:r>
          </a:p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NOR</a:t>
            </a:r>
          </a:p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BUT</a:t>
            </a:r>
          </a:p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OR</a:t>
            </a:r>
          </a:p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YET</a:t>
            </a:r>
          </a:p>
          <a:p>
            <a:pPr>
              <a:spcBef>
                <a:spcPct val="50000"/>
              </a:spcBef>
            </a:pPr>
            <a:r>
              <a:rPr lang="en-US" altLang="en-US" sz="2400" b="1">
                <a:latin typeface="Arial Black" pitchFamily="34" charset="0"/>
              </a:rPr>
              <a:t>SO</a:t>
            </a:r>
            <a:endParaRPr lang="en-US" altLang="en-US" sz="24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7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7" descr="_vpph0ud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1782763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smtClean="0"/>
              <a:t>Compound Sentence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2362200" y="2895600"/>
            <a:ext cx="6423025" cy="683264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We went to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</a:rPr>
              <a:t>Tamale,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and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819400" y="3810000"/>
            <a:ext cx="5678488" cy="579438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most of us danced all night.</a:t>
            </a:r>
          </a:p>
        </p:txBody>
      </p:sp>
    </p:spTree>
    <p:extLst>
      <p:ext uri="{BB962C8B-B14F-4D97-AF65-F5344CB8AC3E}">
        <p14:creationId xmlns:p14="http://schemas.microsoft.com/office/powerpoint/2010/main" val="20690145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Compound Sentence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371600" y="2667000"/>
            <a:ext cx="6423025" cy="683264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2">
                <a:lumMod val="2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We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went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to </a:t>
            </a:r>
            <a:r>
              <a:rPr lang="en-US" sz="3200" b="1" dirty="0" smtClean="0">
                <a:solidFill>
                  <a:srgbClr val="E400A8"/>
                </a:solidFill>
                <a:latin typeface="Times New Roman" pitchFamily="18" charset="0"/>
              </a:rPr>
              <a:t>Tamale,</a:t>
            </a:r>
            <a:r>
              <a:rPr lang="en-US" sz="3200" b="1" dirty="0" smtClean="0">
                <a:latin typeface="Times New Roman" pitchFamily="18" charset="0"/>
              </a:rPr>
              <a:t> </a:t>
            </a:r>
            <a:endParaRPr lang="en-US" sz="3200" b="1" dirty="0">
              <a:latin typeface="Times New Roman" pitchFamily="18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905000" y="4648200"/>
            <a:ext cx="5780088" cy="579438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2">
                <a:lumMod val="2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CC0000"/>
                </a:solidFill>
                <a:latin typeface="Times New Roman" pitchFamily="18" charset="0"/>
              </a:rPr>
              <a:t>and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most of us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danced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all night .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219200" y="1828800"/>
            <a:ext cx="1354138" cy="4667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294BD9"/>
                </a:solidFill>
              </a:rPr>
              <a:t>Subject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971800" y="1828800"/>
            <a:ext cx="904875" cy="4667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58A034"/>
                </a:solidFill>
              </a:rPr>
              <a:t>Verb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228600" y="3962400"/>
            <a:ext cx="1893888" cy="83185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</a:rPr>
              <a:t>Coordinating</a:t>
            </a:r>
          </a:p>
          <a:p>
            <a:pPr>
              <a:defRPr/>
            </a:pPr>
            <a:r>
              <a:rPr lang="en-US" dirty="0">
                <a:solidFill>
                  <a:srgbClr val="CC0000"/>
                </a:solidFill>
              </a:rPr>
              <a:t>Conjunction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4495800" y="3810000"/>
            <a:ext cx="14335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Predicate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4724400" y="5715000"/>
            <a:ext cx="904875" cy="4667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58A034"/>
                </a:solidFill>
              </a:rPr>
              <a:t>Verb</a:t>
            </a:r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1981200" y="2286000"/>
            <a:ext cx="304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H="1">
            <a:off x="3124200" y="2362200"/>
            <a:ext cx="457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>
            <a:off x="1295400" y="48006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 flipV="1">
            <a:off x="1295400" y="50292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 rot="589523" flipH="1" flipV="1">
            <a:off x="5124450" y="5175250"/>
            <a:ext cx="1524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13" name="AutoShape 21"/>
          <p:cNvSpPr>
            <a:spLocks/>
          </p:cNvSpPr>
          <p:nvPr/>
        </p:nvSpPr>
        <p:spPr bwMode="auto">
          <a:xfrm rot="-5353442">
            <a:off x="3914775" y="1917700"/>
            <a:ext cx="549275" cy="3051175"/>
          </a:xfrm>
          <a:prstGeom prst="leftBrace">
            <a:avLst>
              <a:gd name="adj1" fmla="val 4629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8214" name="AutoShape 22"/>
          <p:cNvSpPr>
            <a:spLocks/>
          </p:cNvSpPr>
          <p:nvPr/>
        </p:nvSpPr>
        <p:spPr bwMode="auto">
          <a:xfrm rot="5400000">
            <a:off x="5867400" y="3124200"/>
            <a:ext cx="304800" cy="2895600"/>
          </a:xfrm>
          <a:prstGeom prst="leftBrace">
            <a:avLst>
              <a:gd name="adj1" fmla="val 79167"/>
              <a:gd name="adj2" fmla="val 50042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4419600" y="1828800"/>
            <a:ext cx="3343275" cy="4667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E400A8"/>
                </a:solidFill>
              </a:rPr>
              <a:t>Prepositional phrase</a:t>
            </a:r>
          </a:p>
        </p:txBody>
      </p:sp>
      <p:sp>
        <p:nvSpPr>
          <p:cNvPr id="8216" name="Text Box 24"/>
          <p:cNvSpPr txBox="1">
            <a:spLocks noChangeArrowheads="1"/>
          </p:cNvSpPr>
          <p:nvPr/>
        </p:nvSpPr>
        <p:spPr bwMode="auto">
          <a:xfrm>
            <a:off x="5867400" y="5638800"/>
            <a:ext cx="2838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 b="1">
                <a:solidFill>
                  <a:srgbClr val="E400A8"/>
                </a:solidFill>
                <a:latin typeface="Times" charset="0"/>
              </a:rPr>
              <a:t>Modifying phrase</a:t>
            </a:r>
          </a:p>
        </p:txBody>
      </p:sp>
      <p:sp>
        <p:nvSpPr>
          <p:cNvPr id="8217" name="AutoShape 25"/>
          <p:cNvSpPr>
            <a:spLocks/>
          </p:cNvSpPr>
          <p:nvPr/>
        </p:nvSpPr>
        <p:spPr bwMode="auto">
          <a:xfrm rot="5400000">
            <a:off x="4495800" y="1752600"/>
            <a:ext cx="304800" cy="1981200"/>
          </a:xfrm>
          <a:prstGeom prst="leftBrace">
            <a:avLst>
              <a:gd name="adj1" fmla="val 54167"/>
              <a:gd name="adj2" fmla="val 50042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8218" name="AutoShape 26"/>
          <p:cNvSpPr>
            <a:spLocks/>
          </p:cNvSpPr>
          <p:nvPr/>
        </p:nvSpPr>
        <p:spPr bwMode="auto">
          <a:xfrm rot="-5353442">
            <a:off x="6550025" y="4498975"/>
            <a:ext cx="465138" cy="1677988"/>
          </a:xfrm>
          <a:prstGeom prst="leftBrace">
            <a:avLst>
              <a:gd name="adj1" fmla="val 3006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8219" name="Text Box 27"/>
          <p:cNvSpPr txBox="1">
            <a:spLocks noChangeArrowheads="1"/>
          </p:cNvSpPr>
          <p:nvPr/>
        </p:nvSpPr>
        <p:spPr bwMode="auto">
          <a:xfrm>
            <a:off x="2743200" y="5638800"/>
            <a:ext cx="1354138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 b="1">
                <a:solidFill>
                  <a:srgbClr val="294BD9"/>
                </a:solidFill>
                <a:latin typeface="Times" charset="0"/>
              </a:rPr>
              <a:t>Subject</a:t>
            </a:r>
          </a:p>
        </p:txBody>
      </p:sp>
      <p:sp>
        <p:nvSpPr>
          <p:cNvPr id="8220" name="AutoShape 28"/>
          <p:cNvSpPr>
            <a:spLocks/>
          </p:cNvSpPr>
          <p:nvPr/>
        </p:nvSpPr>
        <p:spPr bwMode="auto">
          <a:xfrm rot="5330089">
            <a:off x="3429794" y="4415632"/>
            <a:ext cx="452437" cy="1828800"/>
          </a:xfrm>
          <a:prstGeom prst="rightBrace">
            <a:avLst>
              <a:gd name="adj1" fmla="val 3368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4512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9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" presetClass="entr" presetSubtype="9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1" presetID="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49" presetID="2" presetClass="entr" presetSubtype="3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58" presetID="2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67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80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8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 autoUpdateAnimBg="0"/>
      <p:bldP spid="8197" grpId="0" animBg="1" autoUpdateAnimBg="0"/>
      <p:bldP spid="8198" grpId="0" animBg="1" autoUpdateAnimBg="0"/>
      <p:bldP spid="8199" grpId="0" animBg="1" autoUpdateAnimBg="0"/>
      <p:bldP spid="8200" grpId="0" animBg="1" autoUpdateAnimBg="0"/>
      <p:bldP spid="8202" grpId="0" animBg="1" autoUpdateAnimBg="0"/>
      <p:bldP spid="8204" grpId="0" animBg="1" autoUpdateAnimBg="0"/>
      <p:bldP spid="8205" grpId="0" animBg="1"/>
      <p:bldP spid="8206" grpId="0" animBg="1"/>
      <p:bldP spid="8209" grpId="0" animBg="1"/>
      <p:bldP spid="8210" grpId="0" animBg="1"/>
      <p:bldP spid="8212" grpId="0" animBg="1"/>
      <p:bldP spid="8213" grpId="0" animBg="1"/>
      <p:bldP spid="8214" grpId="0" animBg="1"/>
      <p:bldP spid="8215" grpId="0" animBg="1" autoUpdateAnimBg="0"/>
      <p:bldP spid="8216" grpId="0" animBg="1" autoUpdateAnimBg="0"/>
      <p:bldP spid="8217" grpId="0" animBg="1"/>
      <p:bldP spid="8218" grpId="0" animBg="1"/>
      <p:bldP spid="8219" grpId="0" animBg="1" autoUpdateAnimBg="0"/>
      <p:bldP spid="82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3"/>
          <p:cNvSpPr txBox="1">
            <a:spLocks noChangeArrowheads="1"/>
          </p:cNvSpPr>
          <p:nvPr/>
        </p:nvSpPr>
        <p:spPr bwMode="auto">
          <a:xfrm>
            <a:off x="533400" y="3048000"/>
            <a:ext cx="784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00" b="1">
                <a:latin typeface="Arial" charset="0"/>
              </a:rPr>
              <a:t>Tom swims</a:t>
            </a:r>
            <a:r>
              <a:rPr lang="en-US" altLang="en-US" sz="3600" b="1">
                <a:solidFill>
                  <a:schemeClr val="tx2"/>
                </a:solidFill>
                <a:latin typeface="Arial" charset="0"/>
              </a:rPr>
              <a:t>,</a:t>
            </a:r>
            <a:r>
              <a:rPr lang="en-US" altLang="en-US" sz="3600" b="1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en-US" sz="3600" b="1">
                <a:solidFill>
                  <a:srgbClr val="FFFF00"/>
                </a:solidFill>
                <a:latin typeface="Arial" charset="0"/>
              </a:rPr>
              <a:t>and</a:t>
            </a:r>
            <a:r>
              <a:rPr lang="en-US" altLang="en-US" sz="3600" b="1">
                <a:latin typeface="Arial" charset="0"/>
              </a:rPr>
              <a:t> Mary plays tennis. 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21507" name="Text Box 7"/>
          <p:cNvSpPr txBox="1">
            <a:spLocks noChangeArrowheads="1"/>
          </p:cNvSpPr>
          <p:nvPr/>
        </p:nvSpPr>
        <p:spPr bwMode="auto">
          <a:xfrm>
            <a:off x="381000" y="4191000"/>
            <a:ext cx="85344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Arial" charset="0"/>
              </a:rPr>
              <a:t>        </a:t>
            </a:r>
            <a:r>
              <a:rPr lang="en-US" altLang="en-US" sz="2800">
                <a:latin typeface="Arial" charset="0"/>
              </a:rPr>
              <a:t>Clause 1                                       Clause 2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Arial" charset="0"/>
              </a:rPr>
              <a:t>     Independent                                 Independent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28600"/>
            <a:ext cx="8540750" cy="21336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COORDINATING CONJUNCTIONS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4938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609600" y="2971800"/>
            <a:ext cx="784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00" b="1">
                <a:latin typeface="Arial" charset="0"/>
              </a:rPr>
              <a:t>Tom swims</a:t>
            </a:r>
            <a:r>
              <a:rPr lang="en-US" altLang="en-US" sz="3600" b="1">
                <a:solidFill>
                  <a:schemeClr val="tx2"/>
                </a:solidFill>
                <a:latin typeface="Arial" charset="0"/>
              </a:rPr>
              <a:t>, </a:t>
            </a:r>
            <a:r>
              <a:rPr lang="en-US" altLang="en-US" sz="3600" b="1">
                <a:solidFill>
                  <a:srgbClr val="FFFF00"/>
                </a:solidFill>
                <a:latin typeface="Arial" charset="0"/>
              </a:rPr>
              <a:t>and</a:t>
            </a:r>
            <a:r>
              <a:rPr lang="en-US" altLang="en-US" sz="3600" b="1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US" altLang="en-US" sz="3600" b="1">
                <a:latin typeface="Arial" charset="0"/>
              </a:rPr>
              <a:t>Mary plays tennis. 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22531" name="AutoShape 4"/>
          <p:cNvSpPr>
            <a:spLocks noChangeArrowheads="1"/>
          </p:cNvSpPr>
          <p:nvPr/>
        </p:nvSpPr>
        <p:spPr bwMode="auto">
          <a:xfrm>
            <a:off x="304800" y="4038600"/>
            <a:ext cx="5791200" cy="1981200"/>
          </a:xfrm>
          <a:prstGeom prst="wedgeEllipseCallout">
            <a:avLst>
              <a:gd name="adj1" fmla="val 60116"/>
              <a:gd name="adj2" fmla="val 3931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/>
              <a:t>        </a:t>
            </a:r>
            <a:r>
              <a:rPr lang="en-US" altLang="en-US" sz="3200"/>
              <a:t>Comma before “and” </a:t>
            </a:r>
          </a:p>
          <a:p>
            <a:pPr algn="ctr"/>
            <a:r>
              <a:rPr lang="en-US" altLang="en-US" sz="3200"/>
              <a:t>in compound </a:t>
            </a:r>
          </a:p>
          <a:p>
            <a:pPr algn="ctr"/>
            <a:r>
              <a:rPr lang="en-US" altLang="en-US" sz="3200"/>
              <a:t>sentences!</a:t>
            </a:r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114800"/>
            <a:ext cx="21590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28600"/>
            <a:ext cx="8540750" cy="17526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COORDINATING CONJUNCTIONS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9913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8"/>
          <p:cNvSpPr>
            <a:spLocks noChangeArrowheads="1"/>
          </p:cNvSpPr>
          <p:nvPr/>
        </p:nvSpPr>
        <p:spPr bwMode="auto">
          <a:xfrm>
            <a:off x="2743200" y="2514600"/>
            <a:ext cx="3657600" cy="40386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620000" cy="16764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br>
              <a:rPr lang="en-US" dirty="0" smtClean="0"/>
            </a:br>
            <a:r>
              <a:rPr lang="en-US" sz="3600" b="1" i="1" dirty="0" smtClean="0"/>
              <a:t>CONJUNCTIVE ADVERBS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23557" name="Text Box 7"/>
          <p:cNvSpPr txBox="1">
            <a:spLocks noChangeArrowheads="1"/>
          </p:cNvSpPr>
          <p:nvPr/>
        </p:nvSpPr>
        <p:spPr bwMode="auto">
          <a:xfrm>
            <a:off x="3276600" y="3124200"/>
            <a:ext cx="28956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Arial Black" pitchFamily="34" charset="0"/>
              </a:rPr>
              <a:t>MOREOVER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Arial Black" pitchFamily="34" charset="0"/>
              </a:rPr>
              <a:t>HOWEVER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Arial Black" pitchFamily="34" charset="0"/>
              </a:rPr>
              <a:t>OTHERWISE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latin typeface="Arial Black" pitchFamily="34" charset="0"/>
              </a:rPr>
              <a:t>THEREFORE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rgbClr val="4C202D"/>
              </a:solidFill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92310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533400" y="30480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dirty="0" smtClean="0">
                <a:latin typeface="Arial" charset="0"/>
              </a:rPr>
              <a:t>Kofi </a:t>
            </a:r>
            <a:r>
              <a:rPr lang="en-US" altLang="en-US" b="1" dirty="0">
                <a:latin typeface="Arial" charset="0"/>
              </a:rPr>
              <a:t>is handsome</a:t>
            </a:r>
            <a:r>
              <a:rPr lang="en-US" altLang="en-US" b="1" dirty="0">
                <a:solidFill>
                  <a:srgbClr val="FFFF00"/>
                </a:solidFill>
                <a:latin typeface="Arial" charset="0"/>
              </a:rPr>
              <a:t>; moreover, </a:t>
            </a:r>
            <a:r>
              <a:rPr lang="en-US" altLang="en-US" b="1" dirty="0">
                <a:latin typeface="Arial" charset="0"/>
              </a:rPr>
              <a:t>he is rich</a:t>
            </a:r>
            <a:r>
              <a:rPr lang="en-US" altLang="en-US" b="1" i="1" dirty="0">
                <a:latin typeface="Arial" charset="0"/>
              </a:rPr>
              <a:t>. </a:t>
            </a:r>
            <a:endParaRPr lang="en-US" altLang="en-US" i="1" dirty="0">
              <a:latin typeface="Arial" charset="0"/>
            </a:endParaRPr>
          </a:p>
        </p:txBody>
      </p:sp>
      <p:sp>
        <p:nvSpPr>
          <p:cNvPr id="24580" name="Text Box 8"/>
          <p:cNvSpPr txBox="1">
            <a:spLocks noChangeArrowheads="1"/>
          </p:cNvSpPr>
          <p:nvPr/>
        </p:nvSpPr>
        <p:spPr bwMode="auto">
          <a:xfrm>
            <a:off x="1143000" y="4191000"/>
            <a:ext cx="74676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latin typeface="Arial" charset="0"/>
              </a:rPr>
              <a:t>    Clause 1                                    Clause 2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latin typeface="Arial" charset="0"/>
              </a:rPr>
              <a:t>Independent                               Independent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301625" y="228600"/>
            <a:ext cx="8540750" cy="17526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br>
              <a:rPr lang="en-US" dirty="0" smtClean="0"/>
            </a:br>
            <a:r>
              <a:rPr lang="en-US" sz="3600" b="1" i="1" dirty="0" smtClean="0"/>
              <a:t>CONJUNCTIVE ADVERBS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833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25603" name="AutoShape 6"/>
          <p:cNvSpPr>
            <a:spLocks noChangeArrowheads="1"/>
          </p:cNvSpPr>
          <p:nvPr/>
        </p:nvSpPr>
        <p:spPr bwMode="auto">
          <a:xfrm>
            <a:off x="304800" y="3505200"/>
            <a:ext cx="5867400" cy="2971800"/>
          </a:xfrm>
          <a:prstGeom prst="wedgeEllipseCallout">
            <a:avLst>
              <a:gd name="adj1" fmla="val 60116"/>
              <a:gd name="adj2" fmla="val 32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2800"/>
              <a:t>        Note: Semicolon </a:t>
            </a:r>
          </a:p>
          <a:p>
            <a:pPr algn="ctr"/>
            <a:r>
              <a:rPr lang="en-US" altLang="en-US" sz="2800"/>
              <a:t>before conjunctive</a:t>
            </a:r>
          </a:p>
          <a:p>
            <a:pPr algn="ctr"/>
            <a:r>
              <a:rPr lang="en-US" altLang="en-US" sz="2800"/>
              <a:t>adverb and comma </a:t>
            </a:r>
          </a:p>
          <a:p>
            <a:pPr algn="ctr"/>
            <a:r>
              <a:rPr lang="en-US" altLang="en-US" sz="2800"/>
              <a:t>after conjunctive adverb</a:t>
            </a:r>
            <a:r>
              <a:rPr lang="en-US" altLang="en-US"/>
              <a:t>!</a:t>
            </a:r>
          </a:p>
        </p:txBody>
      </p:sp>
      <p:pic>
        <p:nvPicPr>
          <p:cNvPr id="2560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4191000"/>
            <a:ext cx="21590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 Box 8"/>
          <p:cNvSpPr txBox="1">
            <a:spLocks noChangeArrowheads="1"/>
          </p:cNvSpPr>
          <p:nvPr/>
        </p:nvSpPr>
        <p:spPr bwMode="auto">
          <a:xfrm>
            <a:off x="533400" y="25146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dirty="0" smtClean="0">
                <a:latin typeface="Arial" charset="0"/>
              </a:rPr>
              <a:t>Kofi </a:t>
            </a:r>
            <a:r>
              <a:rPr lang="en-US" altLang="en-US" b="1" dirty="0">
                <a:latin typeface="Arial" charset="0"/>
              </a:rPr>
              <a:t>is handsome</a:t>
            </a:r>
            <a:r>
              <a:rPr lang="en-US" altLang="en-US" b="1" dirty="0">
                <a:solidFill>
                  <a:srgbClr val="FFFF00"/>
                </a:solidFill>
                <a:latin typeface="Arial" charset="0"/>
              </a:rPr>
              <a:t>; moreover</a:t>
            </a:r>
            <a:r>
              <a:rPr lang="en-US" altLang="en-US" b="1" dirty="0">
                <a:solidFill>
                  <a:schemeClr val="tx2"/>
                </a:solidFill>
                <a:latin typeface="Arial" charset="0"/>
              </a:rPr>
              <a:t>,</a:t>
            </a:r>
            <a:r>
              <a:rPr lang="en-US" altLang="en-US" b="1" dirty="0">
                <a:latin typeface="Arial" charset="0"/>
              </a:rPr>
              <a:t> he is rich. </a:t>
            </a:r>
            <a:endParaRPr lang="en-US" altLang="en-US" dirty="0">
              <a:latin typeface="Arial" charset="0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301625" y="228600"/>
            <a:ext cx="8540750" cy="16002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br>
              <a:rPr lang="en-US" dirty="0" smtClean="0"/>
            </a:br>
            <a:r>
              <a:rPr lang="en-US" sz="3600" b="1" i="1" dirty="0" smtClean="0"/>
              <a:t>CONJUNCTIVE ADVERBS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550219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COMPOUND SENTENCE</a:t>
            </a:r>
            <a:br>
              <a:rPr lang="en-US" altLang="en-US" smtClean="0"/>
            </a:br>
            <a:r>
              <a:rPr lang="en-US" altLang="en-US" smtClean="0"/>
              <a:t>Semicolons</a:t>
            </a:r>
          </a:p>
        </p:txBody>
      </p:sp>
      <p:sp>
        <p:nvSpPr>
          <p:cNvPr id="2662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2057400"/>
            <a:ext cx="8540750" cy="4041775"/>
          </a:xfrm>
        </p:spPr>
        <p:txBody>
          <a:bodyPr/>
          <a:lstStyle/>
          <a:p>
            <a:pPr eaLnBrk="1" hangingPunct="1"/>
            <a:r>
              <a:rPr lang="en-US" altLang="en-US" sz="3600" dirty="0" smtClean="0">
                <a:latin typeface="Geneva" charset="0"/>
              </a:rPr>
              <a:t>“If the relation between the ideas expressed in the main clauses is very close and obvious without a conjunction, you can separate the clauses with a semicolon” (</a:t>
            </a:r>
            <a:r>
              <a:rPr lang="en-US" altLang="en-US" sz="3600" i="1" dirty="0" smtClean="0">
                <a:latin typeface="Geneva" charset="0"/>
              </a:rPr>
              <a:t>Little, Brown Handbook, 9th Edition, p. 361).</a:t>
            </a:r>
            <a:endParaRPr lang="en-US" altLang="en-US" sz="3600" dirty="0" smtClean="0">
              <a:solidFill>
                <a:srgbClr val="000000"/>
              </a:solidFill>
              <a:latin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19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620000" cy="16764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COMPOUND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SEMICOLON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533400" y="3048000"/>
            <a:ext cx="8229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00" b="1" dirty="0" smtClean="0">
                <a:latin typeface="Arial" charset="0"/>
              </a:rPr>
              <a:t> Yaw has </a:t>
            </a:r>
            <a:r>
              <a:rPr lang="en-US" altLang="en-US" sz="3600" b="1" dirty="0">
                <a:latin typeface="Arial" charset="0"/>
              </a:rPr>
              <a:t>benefited from his exercise program</a:t>
            </a:r>
            <a:r>
              <a:rPr lang="en-US" altLang="en-US" sz="3600" b="1" dirty="0">
                <a:solidFill>
                  <a:srgbClr val="FFFF00"/>
                </a:solidFill>
                <a:latin typeface="Arial" charset="0"/>
              </a:rPr>
              <a:t>;</a:t>
            </a:r>
            <a:r>
              <a:rPr lang="en-US" altLang="en-US" sz="3600" b="1" dirty="0">
                <a:latin typeface="Arial" charset="0"/>
              </a:rPr>
              <a:t> he is slim and energetic</a:t>
            </a:r>
            <a:r>
              <a:rPr lang="en-US" altLang="en-US" sz="3600" b="1" i="1" dirty="0">
                <a:latin typeface="Arial" charset="0"/>
              </a:rPr>
              <a:t>. </a:t>
            </a:r>
            <a:endParaRPr lang="en-US" altLang="en-US" sz="3600" i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5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FFFF00"/>
                </a:solidFill>
              </a:rPr>
              <a:t>Complex Sentence</a:t>
            </a:r>
          </a:p>
        </p:txBody>
      </p:sp>
      <p:sp>
        <p:nvSpPr>
          <p:cNvPr id="3072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48006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en-US" altLang="en-US" b="1" dirty="0" smtClean="0"/>
              <a:t> A complex sentence has at least two parts: one that can stand alone and another one that cannot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endParaRPr lang="en-US" altLang="en-US" b="1" dirty="0" smtClean="0"/>
          </a:p>
          <a:p>
            <a:pPr algn="just" eaLnBrk="1" hangingPunct="1">
              <a:lnSpc>
                <a:spcPct val="130000"/>
              </a:lnSpc>
            </a:pPr>
            <a:r>
              <a:rPr lang="en-US" altLang="en-US" b="1" dirty="0" smtClean="0"/>
              <a:t>The part that cannot stand alone is linked to the rest of the sentence by a </a:t>
            </a:r>
            <a:r>
              <a:rPr lang="en-US" altLang="en-US" b="1" dirty="0" smtClean="0">
                <a:solidFill>
                  <a:srgbClr val="FFFF00"/>
                </a:solidFill>
              </a:rPr>
              <a:t>subordinating conjunction</a:t>
            </a:r>
          </a:p>
        </p:txBody>
      </p:sp>
    </p:spTree>
    <p:extLst>
      <p:ext uri="{BB962C8B-B14F-4D97-AF65-F5344CB8AC3E}">
        <p14:creationId xmlns:p14="http://schemas.microsoft.com/office/powerpoint/2010/main" val="142079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7"/>
          <p:cNvSpPr>
            <a:spLocks noChangeArrowheads="1"/>
          </p:cNvSpPr>
          <p:nvPr/>
        </p:nvSpPr>
        <p:spPr bwMode="auto">
          <a:xfrm>
            <a:off x="1295400" y="2286000"/>
            <a:ext cx="6934200" cy="4191000"/>
          </a:xfrm>
          <a:prstGeom prst="beve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6002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COMPLEX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SUBORDINATING CONJUNCTIONS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3581400" y="243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1981200" y="2819400"/>
            <a:ext cx="5562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  <a:latin typeface="Times" charset="0"/>
              </a:rPr>
              <a:t>The most common subordinating conjunctions are</a:t>
            </a:r>
            <a:r>
              <a:rPr lang="en-US" altLang="en-US" sz="2400">
                <a:solidFill>
                  <a:srgbClr val="4C202D"/>
                </a:solidFill>
                <a:latin typeface="Times" charset="0"/>
              </a:rPr>
              <a:t>   </a:t>
            </a:r>
            <a:r>
              <a:rPr lang="en-US" altLang="en-US" sz="2800" b="1">
                <a:solidFill>
                  <a:srgbClr val="4C202D"/>
                </a:solidFill>
                <a:latin typeface="Times" charset="0"/>
              </a:rPr>
              <a:t>"after," "although," "as," "because," "before," "how," "if," "once," "since," "than," "that," though," "till," "until," "when," "where," "whether,” and while."</a:t>
            </a:r>
          </a:p>
        </p:txBody>
      </p:sp>
    </p:spTree>
    <p:extLst>
      <p:ext uri="{BB962C8B-B14F-4D97-AF65-F5344CB8AC3E}">
        <p14:creationId xmlns:p14="http://schemas.microsoft.com/office/powerpoint/2010/main" val="424292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Complex Sentence</a:t>
            </a:r>
          </a:p>
        </p:txBody>
      </p:sp>
      <p:sp>
        <p:nvSpPr>
          <p:cNvPr id="27651" name="Rectangle 1027"/>
          <p:cNvSpPr>
            <a:spLocks noChangeArrowheads="1"/>
          </p:cNvSpPr>
          <p:nvPr/>
        </p:nvSpPr>
        <p:spPr bwMode="auto">
          <a:xfrm>
            <a:off x="228600" y="1408113"/>
            <a:ext cx="5791200" cy="78105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Since we wanted to have fun, </a:t>
            </a:r>
          </a:p>
        </p:txBody>
      </p:sp>
      <p:sp>
        <p:nvSpPr>
          <p:cNvPr id="27652" name="Rectangle 1028"/>
          <p:cNvSpPr>
            <a:spLocks noChangeArrowheads="1"/>
          </p:cNvSpPr>
          <p:nvPr/>
        </p:nvSpPr>
        <p:spPr bwMode="auto">
          <a:xfrm>
            <a:off x="2212975" y="2573338"/>
            <a:ext cx="6172200" cy="78105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</a:rPr>
              <a:t>we went to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Tamale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yesterday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</a:rPr>
              <a:t>.</a:t>
            </a:r>
          </a:p>
        </p:txBody>
      </p:sp>
      <p:pic>
        <p:nvPicPr>
          <p:cNvPr id="32773" name="Picture 1041" descr="n2cs1tzl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313" y="3921125"/>
            <a:ext cx="1436687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3706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 autoUpdateAnimBg="0"/>
      <p:bldP spid="27652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Complex Sentence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209800" y="1905000"/>
            <a:ext cx="5753100" cy="7747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rgbClr val="CC0000"/>
                </a:solidFill>
                <a:latin typeface="Times New Roman" pitchFamily="18" charset="0"/>
              </a:rPr>
              <a:t>Since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we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wanted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to have fun</a:t>
            </a: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en-US" sz="3200" b="1" dirty="0">
                <a:latin typeface="Times New Roman" pitchFamily="18" charset="0"/>
              </a:rPr>
              <a:t> 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057400" y="5029200"/>
            <a:ext cx="6172200" cy="7747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we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went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to </a:t>
            </a:r>
            <a:r>
              <a:rPr lang="en-US" sz="3200" b="1" dirty="0" smtClean="0">
                <a:solidFill>
                  <a:srgbClr val="E400A8"/>
                </a:solidFill>
                <a:latin typeface="Times New Roman" pitchFamily="18" charset="0"/>
              </a:rPr>
              <a:t>Tamale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yesterday</a:t>
            </a:r>
            <a:r>
              <a:rPr lang="en-US" sz="3200" b="1" dirty="0">
                <a:latin typeface="Times New Roman" pitchFamily="18" charset="0"/>
              </a:rPr>
              <a:t>.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5638800" y="4114800"/>
            <a:ext cx="14335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Predicate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2590800" y="4038600"/>
            <a:ext cx="1295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Subject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304800" y="3048000"/>
            <a:ext cx="2054225" cy="83185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</a:rPr>
              <a:t>Subordinating</a:t>
            </a:r>
          </a:p>
          <a:p>
            <a:pPr>
              <a:defRPr/>
            </a:pPr>
            <a:r>
              <a:rPr lang="en-US" dirty="0">
                <a:solidFill>
                  <a:srgbClr val="CC0000"/>
                </a:solidFill>
              </a:rPr>
              <a:t>Conjunction</a:t>
            </a:r>
          </a:p>
        </p:txBody>
      </p:sp>
      <p:sp>
        <p:nvSpPr>
          <p:cNvPr id="14359" name="AutoShape 23"/>
          <p:cNvSpPr>
            <a:spLocks/>
          </p:cNvSpPr>
          <p:nvPr/>
        </p:nvSpPr>
        <p:spPr bwMode="auto">
          <a:xfrm rot="5400000">
            <a:off x="5448300" y="2400300"/>
            <a:ext cx="381000" cy="4876800"/>
          </a:xfrm>
          <a:prstGeom prst="leftBrace">
            <a:avLst>
              <a:gd name="adj1" fmla="val 106667"/>
              <a:gd name="adj2" fmla="val 36241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14360" name="Line 24"/>
          <p:cNvSpPr>
            <a:spLocks noChangeShapeType="1"/>
          </p:cNvSpPr>
          <p:nvPr/>
        </p:nvSpPr>
        <p:spPr bwMode="auto">
          <a:xfrm flipH="1">
            <a:off x="2895600" y="4648200"/>
            <a:ext cx="152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61" name="Line 25"/>
          <p:cNvSpPr>
            <a:spLocks noChangeShapeType="1"/>
          </p:cNvSpPr>
          <p:nvPr/>
        </p:nvSpPr>
        <p:spPr bwMode="auto">
          <a:xfrm>
            <a:off x="1219200" y="22860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>
            <a:off x="1219200" y="22860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66" name="AutoShape 30"/>
          <p:cNvSpPr>
            <a:spLocks/>
          </p:cNvSpPr>
          <p:nvPr/>
        </p:nvSpPr>
        <p:spPr bwMode="auto">
          <a:xfrm rot="-5425032">
            <a:off x="5100638" y="303213"/>
            <a:ext cx="306387" cy="5183187"/>
          </a:xfrm>
          <a:prstGeom prst="leftBrace">
            <a:avLst>
              <a:gd name="adj1" fmla="val 140976"/>
              <a:gd name="adj2" fmla="val 40028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895600" y="3124200"/>
            <a:ext cx="40179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Part that cannot stand alone</a:t>
            </a:r>
          </a:p>
        </p:txBody>
      </p:sp>
    </p:spTree>
    <p:extLst>
      <p:ext uri="{BB962C8B-B14F-4D97-AF65-F5344CB8AC3E}">
        <p14:creationId xmlns:p14="http://schemas.microsoft.com/office/powerpoint/2010/main" val="320766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6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42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nimBg="1" autoUpdateAnimBg="0"/>
      <p:bldP spid="14340" grpId="0" animBg="1" autoUpdateAnimBg="0"/>
      <p:bldP spid="14347" grpId="0" animBg="1" autoUpdateAnimBg="0"/>
      <p:bldP spid="14348" grpId="0" animBg="1" autoUpdateAnimBg="0"/>
      <p:bldP spid="14352" grpId="0" animBg="1" autoUpdateAnimBg="0"/>
      <p:bldP spid="14359" grpId="0" animBg="1"/>
      <p:bldP spid="14360" grpId="0" animBg="1"/>
      <p:bldP spid="14361" grpId="0" animBg="1"/>
      <p:bldP spid="14362" grpId="0" animBg="1"/>
      <p:bldP spid="14366" grpId="0" animBg="1"/>
      <p:bldP spid="1436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533400" y="30480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i="1" dirty="0" smtClean="0">
                <a:latin typeface="Arial" charset="0"/>
              </a:rPr>
              <a:t>Yaw </a:t>
            </a:r>
            <a:r>
              <a:rPr lang="en-US" altLang="en-US" b="1" i="1" dirty="0">
                <a:latin typeface="Arial" charset="0"/>
              </a:rPr>
              <a:t>is popular </a:t>
            </a:r>
            <a:r>
              <a:rPr lang="en-US" altLang="en-US" b="1" i="1" dirty="0">
                <a:solidFill>
                  <a:srgbClr val="FFFF00"/>
                </a:solidFill>
                <a:latin typeface="Arial" charset="0"/>
              </a:rPr>
              <a:t>even though</a:t>
            </a:r>
            <a:r>
              <a:rPr lang="en-US" altLang="en-US" b="1" i="1" dirty="0">
                <a:latin typeface="Arial" charset="0"/>
              </a:rPr>
              <a:t> he is ugly.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609600" y="4191000"/>
            <a:ext cx="71628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imes" charset="0"/>
              </a:rPr>
              <a:t>    </a:t>
            </a:r>
            <a:r>
              <a:rPr lang="en-US" altLang="en-US" sz="2800" b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Clause 1                                      Clause 2</a:t>
            </a:r>
          </a:p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tx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Independent </a:t>
            </a:r>
            <a:r>
              <a:rPr lang="en-US" altLang="en-US" sz="2800" b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               </a:t>
            </a:r>
            <a:r>
              <a:rPr lang="en-US" altLang="en-US" sz="2800" b="1">
                <a:solidFill>
                  <a:schemeClr val="tx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Dependent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28600"/>
            <a:ext cx="8540750" cy="16764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COMPLEX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SUBORDINATING CONJUNCTIONS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0313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3352800" y="2286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th-TH" altLang="en-US" sz="2400">
              <a:latin typeface="Times" charset="0"/>
            </a:endParaRP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533400" y="30480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 i="1" dirty="0">
                <a:solidFill>
                  <a:srgbClr val="FFFF00"/>
                </a:solidFill>
                <a:latin typeface="Arial" charset="0"/>
              </a:rPr>
              <a:t>Even though</a:t>
            </a:r>
            <a:r>
              <a:rPr lang="en-US" altLang="en-US" b="1" i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US" altLang="en-US" b="1" i="1" dirty="0" smtClean="0">
                <a:solidFill>
                  <a:schemeClr val="tx2"/>
                </a:solidFill>
                <a:latin typeface="Arial" charset="0"/>
              </a:rPr>
              <a:t>Yaw </a:t>
            </a:r>
            <a:r>
              <a:rPr lang="en-US" altLang="en-US" b="1" i="1" dirty="0">
                <a:solidFill>
                  <a:schemeClr val="tx2"/>
                </a:solidFill>
                <a:latin typeface="Arial" charset="0"/>
              </a:rPr>
              <a:t>is ugly,</a:t>
            </a:r>
            <a:r>
              <a:rPr lang="en-US" altLang="en-US" b="1" i="1" dirty="0">
                <a:latin typeface="Arial" charset="0"/>
              </a:rPr>
              <a:t> he is popular.</a:t>
            </a:r>
            <a:endParaRPr lang="en-US" altLang="en-US" i="1" dirty="0">
              <a:latin typeface="Arial" charset="0"/>
            </a:endParaRP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914400" y="4191000"/>
            <a:ext cx="73914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Arial" charset="0"/>
              </a:rPr>
              <a:t>   </a:t>
            </a:r>
            <a:r>
              <a:rPr lang="en-US" altLang="en-US" sz="2800">
                <a:solidFill>
                  <a:schemeClr val="tx2"/>
                </a:solidFill>
                <a:latin typeface="Arial" charset="0"/>
              </a:rPr>
              <a:t>Clause 1</a:t>
            </a:r>
            <a:r>
              <a:rPr lang="en-US" altLang="en-US" sz="2800">
                <a:latin typeface="Arial" charset="0"/>
              </a:rPr>
              <a:t>                                   Clause 2</a:t>
            </a:r>
          </a:p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tx2"/>
                </a:solidFill>
                <a:latin typeface="Arial" charset="0"/>
              </a:rPr>
              <a:t>Dependent</a:t>
            </a:r>
            <a:r>
              <a:rPr lang="en-US" altLang="en-US" sz="2800">
                <a:latin typeface="Arial" charset="0"/>
              </a:rPr>
              <a:t>                                Independent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28600"/>
            <a:ext cx="8540750" cy="1676400"/>
          </a:xfrm>
          <a:ln>
            <a:solidFill>
              <a:srgbClr val="800000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COMPLEX SENTENCE: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i="1" dirty="0" smtClean="0"/>
              <a:t>SUBORDINATING CONJUNCTIONS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3762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8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43434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en-US" altLang="en-US" sz="2800" b="1" smtClean="0"/>
              <a:t> </a:t>
            </a:r>
            <a:r>
              <a:rPr lang="en-US" altLang="en-US" b="1" smtClean="0"/>
              <a:t>This type of sentence has more than one part that can stand alone, and at least one that cannot.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endParaRPr lang="en-US" altLang="en-US" b="1" smtClean="0"/>
          </a:p>
          <a:p>
            <a:pPr algn="just" eaLnBrk="1" hangingPunct="1">
              <a:lnSpc>
                <a:spcPct val="130000"/>
              </a:lnSpc>
            </a:pPr>
            <a:r>
              <a:rPr lang="en-US" altLang="en-US" b="1" smtClean="0"/>
              <a:t>Conjunctions link the different parts of this sentence.</a:t>
            </a:r>
          </a:p>
        </p:txBody>
      </p:sp>
      <p:sp>
        <p:nvSpPr>
          <p:cNvPr id="38915" name="Rectangle 1031"/>
          <p:cNvSpPr>
            <a:spLocks noChangeArrowheads="1"/>
          </p:cNvSpPr>
          <p:nvPr/>
        </p:nvSpPr>
        <p:spPr bwMode="auto">
          <a:xfrm>
            <a:off x="6096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en-US" sz="4400" b="1">
                <a:solidFill>
                  <a:srgbClr val="FFFF00"/>
                </a:solidFill>
              </a:rPr>
              <a:t>Compound-Complex Sentence</a:t>
            </a:r>
          </a:p>
        </p:txBody>
      </p:sp>
    </p:spTree>
    <p:extLst>
      <p:ext uri="{BB962C8B-B14F-4D97-AF65-F5344CB8AC3E}">
        <p14:creationId xmlns:p14="http://schemas.microsoft.com/office/powerpoint/2010/main" val="175954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Compound-Complex Sentence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09600" y="2133600"/>
            <a:ext cx="6642100" cy="579438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Since we wanted to have fun,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81000" y="3048000"/>
            <a:ext cx="8534400" cy="5842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my boyfriend and I went to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</a:rPr>
              <a:t>Tamale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yesterday,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762000" y="4038600"/>
            <a:ext cx="5645150" cy="579438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and we danced all night.</a:t>
            </a:r>
          </a:p>
        </p:txBody>
      </p:sp>
    </p:spTree>
    <p:extLst>
      <p:ext uri="{BB962C8B-B14F-4D97-AF65-F5344CB8AC3E}">
        <p14:creationId xmlns:p14="http://schemas.microsoft.com/office/powerpoint/2010/main" val="390651972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nimBg="1" autoUpdateAnimBg="0"/>
      <p:bldP spid="15364" grpId="0" animBg="1" autoUpdateAnimBg="0"/>
      <p:bldP spid="15365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057400" y="2133600"/>
            <a:ext cx="5194300" cy="579438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CC0000"/>
                </a:solidFill>
                <a:latin typeface="Times New Roman" pitchFamily="18" charset="0"/>
              </a:rPr>
              <a:t>Since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we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wanted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to have fun</a:t>
            </a:r>
            <a:r>
              <a:rPr lang="en-US" sz="3200" b="1" dirty="0">
                <a:latin typeface="Times New Roman" pitchFamily="18" charset="0"/>
              </a:rPr>
              <a:t>,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990600" y="3657600"/>
            <a:ext cx="6851299" cy="58477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   my boyfriend and I</a:t>
            </a:r>
            <a:r>
              <a:rPr lang="en-US" sz="3200" b="1" dirty="0">
                <a:latin typeface="Times New Roman" pitchFamily="18" charset="0"/>
              </a:rPr>
              <a:t> 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went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to </a:t>
            </a:r>
            <a:r>
              <a:rPr lang="en-US" sz="3200" b="1" dirty="0" smtClean="0">
                <a:solidFill>
                  <a:srgbClr val="E400A8"/>
                </a:solidFill>
                <a:latin typeface="Times New Roman" pitchFamily="18" charset="0"/>
              </a:rPr>
              <a:t>Tamale,</a:t>
            </a:r>
            <a:endParaRPr lang="en-US" sz="3200" b="1" dirty="0">
              <a:solidFill>
                <a:srgbClr val="E400A8"/>
              </a:solidFill>
              <a:latin typeface="Times New Roman" pitchFamily="18" charset="0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2971800" y="5486400"/>
            <a:ext cx="4392613" cy="579438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CC0000"/>
                </a:solidFill>
                <a:latin typeface="Times New Roman" pitchFamily="18" charset="0"/>
              </a:rPr>
              <a:t>and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294BD9"/>
                </a:solidFill>
                <a:latin typeface="Times New Roman" pitchFamily="18" charset="0"/>
              </a:rPr>
              <a:t>we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58A034"/>
                </a:solidFill>
                <a:latin typeface="Times New Roman" pitchFamily="18" charset="0"/>
              </a:rPr>
              <a:t>danced</a:t>
            </a:r>
            <a:r>
              <a:rPr lang="en-US" sz="3200" b="1" dirty="0">
                <a:latin typeface="Times New Roman" pitchFamily="18" charset="0"/>
              </a:rPr>
              <a:t> </a:t>
            </a:r>
            <a:r>
              <a:rPr lang="en-US" sz="3200" b="1" dirty="0">
                <a:solidFill>
                  <a:srgbClr val="E400A8"/>
                </a:solidFill>
                <a:latin typeface="Times New Roman" pitchFamily="18" charset="0"/>
              </a:rPr>
              <a:t>all night</a:t>
            </a:r>
            <a:r>
              <a:rPr lang="en-US" sz="3200" b="1" dirty="0">
                <a:latin typeface="Times New Roman" pitchFamily="18" charset="0"/>
              </a:rPr>
              <a:t>.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2667000" y="4648200"/>
            <a:ext cx="1295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Subject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4953000" y="4648200"/>
            <a:ext cx="15240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Predicate</a:t>
            </a:r>
          </a:p>
        </p:txBody>
      </p:sp>
      <p:sp>
        <p:nvSpPr>
          <p:cNvPr id="16420" name="AutoShape 36"/>
          <p:cNvSpPr>
            <a:spLocks/>
          </p:cNvSpPr>
          <p:nvPr/>
        </p:nvSpPr>
        <p:spPr bwMode="auto">
          <a:xfrm rot="16200000" flipH="1">
            <a:off x="6324600" y="2971800"/>
            <a:ext cx="304800" cy="2895600"/>
          </a:xfrm>
          <a:prstGeom prst="rightBrace">
            <a:avLst>
              <a:gd name="adj1" fmla="val 0"/>
              <a:gd name="adj2" fmla="val 2565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16421" name="AutoShape 37"/>
          <p:cNvSpPr>
            <a:spLocks/>
          </p:cNvSpPr>
          <p:nvPr/>
        </p:nvSpPr>
        <p:spPr bwMode="auto">
          <a:xfrm rot="-5400000">
            <a:off x="5147469" y="3996531"/>
            <a:ext cx="447675" cy="2817813"/>
          </a:xfrm>
          <a:prstGeom prst="rightBrace">
            <a:avLst>
              <a:gd name="adj1" fmla="val 52453"/>
              <a:gd name="adj2" fmla="val 57361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16422" name="Text Box 38"/>
          <p:cNvSpPr txBox="1">
            <a:spLocks noChangeArrowheads="1"/>
          </p:cNvSpPr>
          <p:nvPr/>
        </p:nvSpPr>
        <p:spPr bwMode="auto">
          <a:xfrm>
            <a:off x="381000" y="1420813"/>
            <a:ext cx="1997075" cy="7112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</a:rPr>
              <a:t>Subordinating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</a:rPr>
              <a:t>Conjunction</a:t>
            </a:r>
          </a:p>
        </p:txBody>
      </p:sp>
      <p:sp>
        <p:nvSpPr>
          <p:cNvPr id="16424" name="Text Box 40"/>
          <p:cNvSpPr txBox="1">
            <a:spLocks noChangeArrowheads="1"/>
          </p:cNvSpPr>
          <p:nvPr/>
        </p:nvSpPr>
        <p:spPr bwMode="auto">
          <a:xfrm>
            <a:off x="304800" y="4724400"/>
            <a:ext cx="1841500" cy="7112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</a:rPr>
              <a:t>Coordinating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</a:rPr>
              <a:t>Conjunction</a:t>
            </a:r>
          </a:p>
        </p:txBody>
      </p:sp>
      <p:sp>
        <p:nvSpPr>
          <p:cNvPr id="16425" name="Line 41"/>
          <p:cNvSpPr>
            <a:spLocks noChangeShapeType="1"/>
          </p:cNvSpPr>
          <p:nvPr/>
        </p:nvSpPr>
        <p:spPr bwMode="auto">
          <a:xfrm>
            <a:off x="1371600" y="2133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426" name="Line 42"/>
          <p:cNvSpPr>
            <a:spLocks noChangeShapeType="1"/>
          </p:cNvSpPr>
          <p:nvPr/>
        </p:nvSpPr>
        <p:spPr bwMode="auto">
          <a:xfrm>
            <a:off x="1371600" y="24384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>
            <a:off x="2133600" y="5181600"/>
            <a:ext cx="762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2514600" y="2971800"/>
            <a:ext cx="40179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400">
                <a:latin typeface="Times" charset="0"/>
              </a:rPr>
              <a:t>Part that cannot stand alone</a:t>
            </a:r>
          </a:p>
        </p:txBody>
      </p:sp>
      <p:sp>
        <p:nvSpPr>
          <p:cNvPr id="16429" name="AutoShape 45"/>
          <p:cNvSpPr>
            <a:spLocks/>
          </p:cNvSpPr>
          <p:nvPr/>
        </p:nvSpPr>
        <p:spPr bwMode="auto">
          <a:xfrm rot="-5425032">
            <a:off x="4573588" y="247650"/>
            <a:ext cx="306388" cy="5183187"/>
          </a:xfrm>
          <a:prstGeom prst="leftBrace">
            <a:avLst>
              <a:gd name="adj1" fmla="val 140976"/>
              <a:gd name="adj2" fmla="val 40028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  <p:sp>
        <p:nvSpPr>
          <p:cNvPr id="40976" name="Rectangle 47"/>
          <p:cNvSpPr>
            <a:spLocks noChangeArrowheads="1"/>
          </p:cNvSpPr>
          <p:nvPr/>
        </p:nvSpPr>
        <p:spPr bwMode="auto">
          <a:xfrm>
            <a:off x="609600" y="0"/>
            <a:ext cx="7772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en-US" sz="4400" b="1">
                <a:solidFill>
                  <a:schemeClr val="tx2"/>
                </a:solidFill>
              </a:rPr>
              <a:t>Compound-Complex Sentence</a:t>
            </a:r>
          </a:p>
        </p:txBody>
      </p:sp>
      <p:cxnSp>
        <p:nvCxnSpPr>
          <p:cNvPr id="40977" name="AutoShape 48"/>
          <p:cNvCxnSpPr>
            <a:cxnSpLocks noChangeShapeType="1"/>
            <a:stCxn id="16398" idx="0"/>
            <a:endCxn id="16398" idx="0"/>
          </p:cNvCxnSpPr>
          <p:nvPr/>
        </p:nvCxnSpPr>
        <p:spPr bwMode="auto">
          <a:xfrm rot="5400000" flipH="1" flipV="1">
            <a:off x="5715000" y="4648200"/>
            <a:ext cx="15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34" name="AutoShape 50"/>
          <p:cNvSpPr>
            <a:spLocks/>
          </p:cNvSpPr>
          <p:nvPr/>
        </p:nvSpPr>
        <p:spPr bwMode="auto">
          <a:xfrm rot="5400000">
            <a:off x="2743200" y="2971800"/>
            <a:ext cx="304800" cy="2895600"/>
          </a:xfrm>
          <a:prstGeom prst="rightBrace">
            <a:avLst>
              <a:gd name="adj1" fmla="val 0"/>
              <a:gd name="adj2" fmla="val 2565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67803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9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3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3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3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 autoUpdateAnimBg="0"/>
      <p:bldP spid="16388" grpId="0" animBg="1" autoUpdateAnimBg="0"/>
      <p:bldP spid="16389" grpId="0" animBg="1" autoUpdateAnimBg="0"/>
      <p:bldP spid="16397" grpId="0" animBg="1" autoUpdateAnimBg="0"/>
      <p:bldP spid="16398" grpId="0" animBg="1" autoUpdateAnimBg="0"/>
      <p:bldP spid="16420" grpId="0" animBg="1"/>
      <p:bldP spid="16421" grpId="0" animBg="1"/>
      <p:bldP spid="16422" grpId="0" animBg="1" autoUpdateAnimBg="0"/>
      <p:bldP spid="16424" grpId="0" animBg="1" autoUpdateAnimBg="0"/>
      <p:bldP spid="16425" grpId="0" animBg="1"/>
      <p:bldP spid="16426" grpId="0" animBg="1"/>
      <p:bldP spid="16427" grpId="0" animBg="1"/>
      <p:bldP spid="16428" grpId="0" animBg="1" autoUpdateAnimBg="0"/>
      <p:bldP spid="16429" grpId="0" animBg="1"/>
      <p:bldP spid="1643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3 Título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3295650"/>
          </a:xfrm>
        </p:spPr>
        <p:txBody>
          <a:bodyPr/>
          <a:lstStyle/>
          <a:p>
            <a:pPr eaLnBrk="1" hangingPunct="1"/>
            <a:r>
              <a:rPr lang="es-ES" altLang="en-US" smtClean="0"/>
              <a:t>Can you answer these basic questions about sentences and the four basic structures?</a:t>
            </a:r>
          </a:p>
        </p:txBody>
      </p:sp>
    </p:spTree>
    <p:extLst>
      <p:ext uri="{BB962C8B-B14F-4D97-AF65-F5344CB8AC3E}">
        <p14:creationId xmlns:p14="http://schemas.microsoft.com/office/powerpoint/2010/main" val="297823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are the two basic elements of a sentence?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The subject and predicate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986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Sentences are made up of what type of clauses?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Independent and dependent clauses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706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Which sentence structure contains two or more independent clauses?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Which clause must every sentence structure contain?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Independent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Which sentence structure contains one independent and one dependent clause?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Complex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Which sentence structure contains at least 2 independent clauses and one subordinate clause?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Compound-complex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type of conjunction do I use in a compound sentence?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Coordinating Conjunction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type of conjunction will be found in a complex sentence?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Subordinate </a:t>
            </a:r>
            <a:r>
              <a:rPr lang="en-US" b="1" dirty="0" smtClean="0"/>
              <a:t>Conjunction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type of conjunction is found in a compound-complex sentence?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It should have both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/>
              <a:t>Name the sentence structure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After the rain stopped, </a:t>
            </a:r>
            <a:r>
              <a:rPr lang="en-US" dirty="0" err="1" smtClean="0"/>
              <a:t>Mihaye</a:t>
            </a:r>
            <a:r>
              <a:rPr lang="en-US" dirty="0" smtClean="0"/>
              <a:t> went for a long walk.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Complex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55775"/>
          </a:xfrm>
        </p:spPr>
        <p:txBody>
          <a:bodyPr>
            <a:normAutofit fontScale="90000"/>
          </a:bodyPr>
          <a:lstStyle/>
          <a:p>
            <a:r>
              <a:rPr lang="en-US" sz="2800" u="sng" dirty="0"/>
              <a:t>Name the sentence structure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 smtClean="0"/>
              <a:t>Mihaye</a:t>
            </a:r>
            <a:r>
              <a:rPr lang="en-US" sz="2800" dirty="0" smtClean="0"/>
              <a:t> wants to go to the concert, but he does not have enough money to purchase the ticket.</a:t>
            </a:r>
            <a:endParaRPr lang="en-US" sz="2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3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55775"/>
          </a:xfrm>
        </p:spPr>
        <p:txBody>
          <a:bodyPr>
            <a:normAutofit/>
          </a:bodyPr>
          <a:lstStyle/>
          <a:p>
            <a:r>
              <a:rPr lang="en-US" sz="2800" u="sng" dirty="0"/>
              <a:t>Name the sentence structure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 smtClean="0"/>
              <a:t>Mihaye</a:t>
            </a:r>
            <a:r>
              <a:rPr lang="en-US" sz="2800" dirty="0" smtClean="0"/>
              <a:t> and his wife love swimming in the pool.</a:t>
            </a:r>
            <a:endParaRPr lang="en-US" sz="2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Simple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34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55775"/>
          </a:xfrm>
        </p:spPr>
        <p:txBody>
          <a:bodyPr>
            <a:normAutofit fontScale="90000"/>
          </a:bodyPr>
          <a:lstStyle/>
          <a:p>
            <a:r>
              <a:rPr lang="en-US" sz="2800" u="sng" dirty="0"/>
              <a:t>Name the sentence structure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Whenever we go on vacation, our </a:t>
            </a:r>
            <a:r>
              <a:rPr lang="en-US" sz="2800" dirty="0" err="1" smtClean="0"/>
              <a:t>neighbours</a:t>
            </a:r>
            <a:r>
              <a:rPr lang="en-US" sz="2800" dirty="0" smtClean="0"/>
              <a:t> mow our lawn, and they collect our mails. </a:t>
            </a:r>
            <a:endParaRPr lang="en-US" sz="2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Compound-Complex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34535"/>
      </p:ext>
    </p:extLst>
  </p:cSld>
  <p:clrMapOvr>
    <a:masterClrMapping/>
  </p:clrMapOvr>
</p:sld>
</file>

<file path=ppt/theme/theme1.xml><?xml version="1.0" encoding="utf-8"?>
<a:theme xmlns:a="http://schemas.openxmlformats.org/drawingml/2006/main" name="Spring">
  <a:themeElements>
    <a:clrScheme name="Spring">
      <a:dk1>
        <a:sysClr val="windowText" lastClr="000000"/>
      </a:dk1>
      <a:lt1>
        <a:sysClr val="window" lastClr="FFFFFF"/>
      </a:lt1>
      <a:dk2>
        <a:srgbClr val="66822D"/>
      </a:dk2>
      <a:lt2>
        <a:srgbClr val="BEEA73"/>
      </a:lt2>
      <a:accent1>
        <a:srgbClr val="C1EC76"/>
      </a:accent1>
      <a:accent2>
        <a:srgbClr val="8FE28A"/>
      </a:accent2>
      <a:accent3>
        <a:srgbClr val="F3BF45"/>
      </a:accent3>
      <a:accent4>
        <a:srgbClr val="F47E5A"/>
      </a:accent4>
      <a:accent5>
        <a:srgbClr val="F489CF"/>
      </a:accent5>
      <a:accent6>
        <a:srgbClr val="B56FF4"/>
      </a:accent6>
      <a:hlink>
        <a:srgbClr val="408080"/>
      </a:hlink>
      <a:folHlink>
        <a:srgbClr val="5EAEAE"/>
      </a:folHlink>
    </a:clrScheme>
    <a:fontScheme name="Spring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pring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100000"/>
                <a:shade val="85000"/>
                <a:lumMod val="8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00000"/>
                <a:lumMod val="110000"/>
              </a:schemeClr>
            </a:gs>
            <a:gs pos="100000">
              <a:schemeClr val="phClr">
                <a:shade val="85000"/>
                <a:lumMod val="8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hueMod val="100000"/>
                <a:satMod val="106000"/>
                <a:lumMod val="100000"/>
              </a:schemeClr>
            </a:gs>
            <a:gs pos="88000">
              <a:schemeClr val="phClr">
                <a:tint val="90000"/>
                <a:shade val="68000"/>
                <a:hueMod val="100000"/>
                <a:satMod val="114000"/>
                <a:lumMod val="7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4000"/>
                <a:shade val="100000"/>
                <a:hueMod val="100000"/>
                <a:satMod val="118000"/>
                <a:lumMod val="100000"/>
              </a:schemeClr>
            </a:gs>
            <a:gs pos="100000">
              <a:schemeClr val="phClr">
                <a:tint val="98000"/>
                <a:shade val="68000"/>
                <a:hueMod val="100000"/>
                <a:satMod val="118000"/>
                <a:lumMod val="82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TM02455596[[fn=Spring]]</Template>
  <TotalTime>489</TotalTime>
  <Words>821</Words>
  <Application>Microsoft Office PowerPoint</Application>
  <PresentationFormat>On-screen Show (4:3)</PresentationFormat>
  <Paragraphs>200</Paragraphs>
  <Slides>47</Slides>
  <Notes>20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Spring</vt:lpstr>
      <vt:lpstr>Document</vt:lpstr>
      <vt:lpstr>Learning Goal Students will be able to write, use and properly punctuate the four basic sentence structures.</vt:lpstr>
      <vt:lpstr>PowerPoint Presentation</vt:lpstr>
      <vt:lpstr>Basic Elements of Every Sentence</vt:lpstr>
      <vt:lpstr>Basic Elements</vt:lpstr>
      <vt:lpstr>Simple Sentence</vt:lpstr>
      <vt:lpstr>Simple Sentence</vt:lpstr>
      <vt:lpstr>Simple Sentence</vt:lpstr>
      <vt:lpstr>SIMPLE SENTENCE</vt:lpstr>
      <vt:lpstr>Simple Sentence</vt:lpstr>
      <vt:lpstr>Simple Sentence</vt:lpstr>
      <vt:lpstr>SIMPLE SENTENCE with compound subject</vt:lpstr>
      <vt:lpstr>SIMPLE SENTENCE with compound subject  and compound predicate</vt:lpstr>
      <vt:lpstr>Compound Sentence</vt:lpstr>
      <vt:lpstr>Compound Sentence   Use of Coordinating Conjunctions</vt:lpstr>
      <vt:lpstr> COMPOUND SENTENCE: COORDINATING CONJUNCTIONS </vt:lpstr>
      <vt:lpstr>Compound Sentence</vt:lpstr>
      <vt:lpstr>Compound Sentence</vt:lpstr>
      <vt:lpstr> COMPOUND SENTENCE: COORDINATING CONJUNCTIONS </vt:lpstr>
      <vt:lpstr> COMPOUND SENTENCE: COORDINATING CONJUNCTIONS </vt:lpstr>
      <vt:lpstr>  COMPOUND SENTENCE: CONJUNCTIVE ADVERBS </vt:lpstr>
      <vt:lpstr>  COMPOUND SENTENCE: CONJUNCTIVE ADVERBS </vt:lpstr>
      <vt:lpstr>  COMPOUND SENTENCE: CONJUNCTIVE ADVERBS </vt:lpstr>
      <vt:lpstr>COMPOUND SENTENCE Semicolons</vt:lpstr>
      <vt:lpstr>  COMPOUND SENTENCE: SEMICOLON </vt:lpstr>
      <vt:lpstr>Complex Sentence</vt:lpstr>
      <vt:lpstr>  COMPLEX SENTENCE: SUBORDINATING CONJUNCTIONS </vt:lpstr>
      <vt:lpstr>Complex Sentence</vt:lpstr>
      <vt:lpstr>Complex Sentence</vt:lpstr>
      <vt:lpstr>  COMPLEX SENTENCE: SUBORDINATING CONJUNCTIONS </vt:lpstr>
      <vt:lpstr>  COMPLEX SENTENCE: SUBORDINATING CONJUNCTIONS </vt:lpstr>
      <vt:lpstr>PowerPoint Presentation</vt:lpstr>
      <vt:lpstr>Compound-Complex Sentence</vt:lpstr>
      <vt:lpstr>PowerPoint Presentation</vt:lpstr>
      <vt:lpstr>Can you answer these basic questions about sentences and the four basic structures?</vt:lpstr>
      <vt:lpstr>What are the two basic elements of a sentence?</vt:lpstr>
      <vt:lpstr>Sentences are made up of what type of clauses?</vt:lpstr>
      <vt:lpstr>Which sentence structure contains two or more independent clauses?</vt:lpstr>
      <vt:lpstr>Which clause must every sentence structure contain?</vt:lpstr>
      <vt:lpstr>Which sentence structure contains one independent and one dependent clause?</vt:lpstr>
      <vt:lpstr>Which sentence structure contains at least 2 independent clauses and one subordinate clause?</vt:lpstr>
      <vt:lpstr>What type of conjunction do I use in a compound sentence?</vt:lpstr>
      <vt:lpstr>What type of conjunction will be found in a complex sentence?</vt:lpstr>
      <vt:lpstr>What type of conjunction is found in a compound-complex sentence?</vt:lpstr>
      <vt:lpstr>Name the sentence structure After the rain stopped, Mihaye went for a long walk. </vt:lpstr>
      <vt:lpstr>Name the sentence structure Mihaye wants to go to the concert, but he does not have enough money to purchase the ticket.</vt:lpstr>
      <vt:lpstr>Name the sentence structure Mihaye and his wife love swimming in the pool.</vt:lpstr>
      <vt:lpstr>Name the sentence structure Whenever we go on vacation, our neighbours mow our lawn, and they collect our mails.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15</cp:revision>
  <dcterms:created xsi:type="dcterms:W3CDTF">2021-02-02T00:23:13Z</dcterms:created>
  <dcterms:modified xsi:type="dcterms:W3CDTF">2022-01-02T15:58:30Z</dcterms:modified>
</cp:coreProperties>
</file>